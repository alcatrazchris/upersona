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12750" rtl="0" fontAlgn="auto" latinLnBrk="0" hangingPunct="0">
      <a:lnSpc>
        <a:spcPct val="120000"/>
      </a:lnSpc>
      <a:spcBef>
        <a:spcPts val="700"/>
      </a:spcBef>
      <a:spcAft>
        <a:spcPts val="0"/>
      </a:spcAft>
      <a:buClrTx/>
      <a:buSzTx/>
      <a:buFontTx/>
      <a:buNone/>
      <a:defRPr kumimoji="0" sz="1200" b="0" i="0" u="none" strike="noStrike" cap="all" spc="0" normalizeH="0" baseline="0">
        <a:ln>
          <a:noFill/>
        </a:ln>
        <a:solidFill>
          <a:srgbClr val="12181F"/>
        </a:solidFill>
        <a:effectLst/>
        <a:uFillTx/>
        <a:latin typeface="微软雅黑 Light" panose="020B0502040204020203" charset="-122"/>
        <a:ea typeface="微软雅黑 Light" panose="020B0502040204020203" charset="-122"/>
        <a:cs typeface="微软雅黑 Light" panose="020B0502040204020203" charset="-122"/>
        <a:sym typeface="微软雅黑 Light" panose="020B0502040204020203" charset="-122"/>
      </a:defRPr>
    </a:lvl1pPr>
    <a:lvl2pPr marL="0" marR="0" indent="0" algn="l" defTabSz="412750" rtl="0" fontAlgn="auto" latinLnBrk="0" hangingPunct="0">
      <a:lnSpc>
        <a:spcPct val="120000"/>
      </a:lnSpc>
      <a:spcBef>
        <a:spcPts val="700"/>
      </a:spcBef>
      <a:spcAft>
        <a:spcPts val="0"/>
      </a:spcAft>
      <a:buClrTx/>
      <a:buSzTx/>
      <a:buFontTx/>
      <a:buNone/>
      <a:defRPr kumimoji="0" sz="1200" b="0" i="0" u="none" strike="noStrike" cap="all" spc="0" normalizeH="0" baseline="0">
        <a:ln>
          <a:noFill/>
        </a:ln>
        <a:solidFill>
          <a:srgbClr val="12181F"/>
        </a:solidFill>
        <a:effectLst/>
        <a:uFillTx/>
        <a:latin typeface="微软雅黑 Light" panose="020B0502040204020203" charset="-122"/>
        <a:ea typeface="微软雅黑 Light" panose="020B0502040204020203" charset="-122"/>
        <a:cs typeface="微软雅黑 Light" panose="020B0502040204020203" charset="-122"/>
        <a:sym typeface="微软雅黑 Light" panose="020B0502040204020203" charset="-122"/>
      </a:defRPr>
    </a:lvl2pPr>
    <a:lvl3pPr marL="0" marR="0" indent="0" algn="l" defTabSz="412750" rtl="0" fontAlgn="auto" latinLnBrk="0" hangingPunct="0">
      <a:lnSpc>
        <a:spcPct val="120000"/>
      </a:lnSpc>
      <a:spcBef>
        <a:spcPts val="700"/>
      </a:spcBef>
      <a:spcAft>
        <a:spcPts val="0"/>
      </a:spcAft>
      <a:buClrTx/>
      <a:buSzTx/>
      <a:buFontTx/>
      <a:buNone/>
      <a:defRPr kumimoji="0" sz="1200" b="0" i="0" u="none" strike="noStrike" cap="all" spc="0" normalizeH="0" baseline="0">
        <a:ln>
          <a:noFill/>
        </a:ln>
        <a:solidFill>
          <a:srgbClr val="12181F"/>
        </a:solidFill>
        <a:effectLst/>
        <a:uFillTx/>
        <a:latin typeface="微软雅黑 Light" panose="020B0502040204020203" charset="-122"/>
        <a:ea typeface="微软雅黑 Light" panose="020B0502040204020203" charset="-122"/>
        <a:cs typeface="微软雅黑 Light" panose="020B0502040204020203" charset="-122"/>
        <a:sym typeface="微软雅黑 Light" panose="020B0502040204020203" charset="-122"/>
      </a:defRPr>
    </a:lvl3pPr>
    <a:lvl4pPr marL="0" marR="0" indent="0" algn="l" defTabSz="412750" rtl="0" fontAlgn="auto" latinLnBrk="0" hangingPunct="0">
      <a:lnSpc>
        <a:spcPct val="120000"/>
      </a:lnSpc>
      <a:spcBef>
        <a:spcPts val="700"/>
      </a:spcBef>
      <a:spcAft>
        <a:spcPts val="0"/>
      </a:spcAft>
      <a:buClrTx/>
      <a:buSzTx/>
      <a:buFontTx/>
      <a:buNone/>
      <a:defRPr kumimoji="0" sz="1200" b="0" i="0" u="none" strike="noStrike" cap="all" spc="0" normalizeH="0" baseline="0">
        <a:ln>
          <a:noFill/>
        </a:ln>
        <a:solidFill>
          <a:srgbClr val="12181F"/>
        </a:solidFill>
        <a:effectLst/>
        <a:uFillTx/>
        <a:latin typeface="微软雅黑 Light" panose="020B0502040204020203" charset="-122"/>
        <a:ea typeface="微软雅黑 Light" panose="020B0502040204020203" charset="-122"/>
        <a:cs typeface="微软雅黑 Light" panose="020B0502040204020203" charset="-122"/>
        <a:sym typeface="微软雅黑 Light" panose="020B0502040204020203" charset="-122"/>
      </a:defRPr>
    </a:lvl4pPr>
    <a:lvl5pPr marL="0" marR="0" indent="0" algn="l" defTabSz="412750" rtl="0" fontAlgn="auto" latinLnBrk="0" hangingPunct="0">
      <a:lnSpc>
        <a:spcPct val="120000"/>
      </a:lnSpc>
      <a:spcBef>
        <a:spcPts val="700"/>
      </a:spcBef>
      <a:spcAft>
        <a:spcPts val="0"/>
      </a:spcAft>
      <a:buClrTx/>
      <a:buSzTx/>
      <a:buFontTx/>
      <a:buNone/>
      <a:defRPr kumimoji="0" sz="1200" b="0" i="0" u="none" strike="noStrike" cap="all" spc="0" normalizeH="0" baseline="0">
        <a:ln>
          <a:noFill/>
        </a:ln>
        <a:solidFill>
          <a:srgbClr val="12181F"/>
        </a:solidFill>
        <a:effectLst/>
        <a:uFillTx/>
        <a:latin typeface="微软雅黑 Light" panose="020B0502040204020203" charset="-122"/>
        <a:ea typeface="微软雅黑 Light" panose="020B0502040204020203" charset="-122"/>
        <a:cs typeface="微软雅黑 Light" panose="020B0502040204020203" charset="-122"/>
        <a:sym typeface="微软雅黑 Light" panose="020B0502040204020203" charset="-122"/>
      </a:defRPr>
    </a:lvl5pPr>
    <a:lvl6pPr marL="0" marR="0" indent="0" algn="l" defTabSz="412750" rtl="0" fontAlgn="auto" latinLnBrk="0" hangingPunct="0">
      <a:lnSpc>
        <a:spcPct val="120000"/>
      </a:lnSpc>
      <a:spcBef>
        <a:spcPts val="700"/>
      </a:spcBef>
      <a:spcAft>
        <a:spcPts val="0"/>
      </a:spcAft>
      <a:buClrTx/>
      <a:buSzTx/>
      <a:buFontTx/>
      <a:buNone/>
      <a:defRPr kumimoji="0" sz="1200" b="0" i="0" u="none" strike="noStrike" cap="all" spc="0" normalizeH="0" baseline="0">
        <a:ln>
          <a:noFill/>
        </a:ln>
        <a:solidFill>
          <a:srgbClr val="12181F"/>
        </a:solidFill>
        <a:effectLst/>
        <a:uFillTx/>
        <a:latin typeface="微软雅黑 Light" panose="020B0502040204020203" charset="-122"/>
        <a:ea typeface="微软雅黑 Light" panose="020B0502040204020203" charset="-122"/>
        <a:cs typeface="微软雅黑 Light" panose="020B0502040204020203" charset="-122"/>
        <a:sym typeface="微软雅黑 Light" panose="020B0502040204020203" charset="-122"/>
      </a:defRPr>
    </a:lvl6pPr>
    <a:lvl7pPr marL="0" marR="0" indent="0" algn="l" defTabSz="412750" rtl="0" fontAlgn="auto" latinLnBrk="0" hangingPunct="0">
      <a:lnSpc>
        <a:spcPct val="120000"/>
      </a:lnSpc>
      <a:spcBef>
        <a:spcPts val="700"/>
      </a:spcBef>
      <a:spcAft>
        <a:spcPts val="0"/>
      </a:spcAft>
      <a:buClrTx/>
      <a:buSzTx/>
      <a:buFontTx/>
      <a:buNone/>
      <a:defRPr kumimoji="0" sz="1200" b="0" i="0" u="none" strike="noStrike" cap="all" spc="0" normalizeH="0" baseline="0">
        <a:ln>
          <a:noFill/>
        </a:ln>
        <a:solidFill>
          <a:srgbClr val="12181F"/>
        </a:solidFill>
        <a:effectLst/>
        <a:uFillTx/>
        <a:latin typeface="微软雅黑 Light" panose="020B0502040204020203" charset="-122"/>
        <a:ea typeface="微软雅黑 Light" panose="020B0502040204020203" charset="-122"/>
        <a:cs typeface="微软雅黑 Light" panose="020B0502040204020203" charset="-122"/>
        <a:sym typeface="微软雅黑 Light" panose="020B0502040204020203" charset="-122"/>
      </a:defRPr>
    </a:lvl7pPr>
    <a:lvl8pPr marL="0" marR="0" indent="0" algn="l" defTabSz="412750" rtl="0" fontAlgn="auto" latinLnBrk="0" hangingPunct="0">
      <a:lnSpc>
        <a:spcPct val="120000"/>
      </a:lnSpc>
      <a:spcBef>
        <a:spcPts val="700"/>
      </a:spcBef>
      <a:spcAft>
        <a:spcPts val="0"/>
      </a:spcAft>
      <a:buClrTx/>
      <a:buSzTx/>
      <a:buFontTx/>
      <a:buNone/>
      <a:defRPr kumimoji="0" sz="1200" b="0" i="0" u="none" strike="noStrike" cap="all" spc="0" normalizeH="0" baseline="0">
        <a:ln>
          <a:noFill/>
        </a:ln>
        <a:solidFill>
          <a:srgbClr val="12181F"/>
        </a:solidFill>
        <a:effectLst/>
        <a:uFillTx/>
        <a:latin typeface="微软雅黑 Light" panose="020B0502040204020203" charset="-122"/>
        <a:ea typeface="微软雅黑 Light" panose="020B0502040204020203" charset="-122"/>
        <a:cs typeface="微软雅黑 Light" panose="020B0502040204020203" charset="-122"/>
        <a:sym typeface="微软雅黑 Light" panose="020B0502040204020203" charset="-122"/>
      </a:defRPr>
    </a:lvl8pPr>
    <a:lvl9pPr marL="0" marR="0" indent="0" algn="l" defTabSz="412750" rtl="0" fontAlgn="auto" latinLnBrk="0" hangingPunct="0">
      <a:lnSpc>
        <a:spcPct val="120000"/>
      </a:lnSpc>
      <a:spcBef>
        <a:spcPts val="700"/>
      </a:spcBef>
      <a:spcAft>
        <a:spcPts val="0"/>
      </a:spcAft>
      <a:buClrTx/>
      <a:buSzTx/>
      <a:buFontTx/>
      <a:buNone/>
      <a:defRPr kumimoji="0" sz="1200" b="0" i="0" u="none" strike="noStrike" cap="all" spc="0" normalizeH="0" baseline="0">
        <a:ln>
          <a:noFill/>
        </a:ln>
        <a:solidFill>
          <a:srgbClr val="12181F"/>
        </a:solidFill>
        <a:effectLst/>
        <a:uFillTx/>
        <a:latin typeface="微软雅黑 Light" panose="020B0502040204020203" charset="-122"/>
        <a:ea typeface="微软雅黑 Light" panose="020B0502040204020203" charset="-122"/>
        <a:cs typeface="微软雅黑 Light" panose="020B0502040204020203" charset="-122"/>
        <a:sym typeface="微软雅黑 Light" panose="020B0502040204020203" charset="-122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77" d="100"/>
          <a:sy n="77" d="100"/>
        </p:scale>
        <p:origin x="228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封面全版（图片）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162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>
              <a:spcBef>
                <a:spcPts val="1000"/>
              </a:spcBef>
              <a:defRPr sz="1400" cap="none">
                <a:solidFill>
                  <a:srgbClr val="26282A"/>
                </a:solidFill>
              </a:defRPr>
            </a:pPr>
            <a:endParaRPr/>
          </a:p>
        </p:txBody>
      </p:sp>
      <p:sp>
        <p:nvSpPr>
          <p:cNvPr id="11" name="图片占位符 2"/>
          <p:cNvSpPr>
            <a:spLocks noGrp="1"/>
          </p:cNvSpPr>
          <p:nvPr>
            <p:ph type="pic" idx="21"/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lumMod val="40000"/>
                  <a:lumOff val="60000"/>
                </a:schemeClr>
              </a:gs>
              <a:gs pos="98000">
                <a:schemeClr val="bg1">
                  <a:lumMod val="75000"/>
                  <a:lumOff val="25000"/>
                </a:schemeClr>
              </a:gs>
            </a:gsLst>
            <a:lin ang="13200000" scaled="0"/>
          </a:gradFill>
        </p:spPr>
        <p:txBody>
          <a:bodyPr lIns="91439" tIns="45719" rIns="91439" bIns="45719">
            <a:noAutofit/>
          </a:bodyPr>
          <a:lstStyle/>
          <a:p>
            <a:r>
              <a:rPr lang="zh-CN" altLang="en-US"/>
              <a:t>单击图标添加图片</a:t>
            </a:r>
            <a:endParaRPr dirty="0"/>
          </a:p>
        </p:txBody>
      </p:sp>
      <p:sp>
        <p:nvSpPr>
          <p:cNvPr id="17" name="标题文本"/>
          <p:cNvSpPr txBox="1">
            <a:spLocks noGrp="1"/>
          </p:cNvSpPr>
          <p:nvPr>
            <p:ph type="title"/>
          </p:nvPr>
        </p:nvSpPr>
        <p:spPr>
          <a:xfrm>
            <a:off x="733990" y="2201035"/>
            <a:ext cx="7620001" cy="635002"/>
          </a:xfrm>
          <a:prstGeom prst="rect">
            <a:avLst/>
          </a:prstGeom>
        </p:spPr>
        <p:txBody>
          <a:bodyPr/>
          <a:lstStyle>
            <a:lvl1pPr>
              <a:defRPr sz="3600" cap="none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8" name="文本占位符 2"/>
          <p:cNvSpPr>
            <a:spLocks noGrp="1"/>
          </p:cNvSpPr>
          <p:nvPr>
            <p:ph type="body" sz="quarter" idx="22" hasCustomPrompt="1"/>
          </p:nvPr>
        </p:nvSpPr>
        <p:spPr>
          <a:xfrm>
            <a:off x="730117" y="6299927"/>
            <a:ext cx="7620001" cy="127002"/>
          </a:xfrm>
          <a:prstGeom prst="rect">
            <a:avLst/>
          </a:prstGeom>
        </p:spPr>
        <p:txBody>
          <a:bodyPr/>
          <a:lstStyle>
            <a:lvl1pPr>
              <a:spcBef>
                <a:spcPts val="700"/>
              </a:spcBef>
              <a:defRPr sz="700">
                <a:solidFill>
                  <a:srgbClr val="FFFFFF"/>
                </a:solidFill>
              </a:defRPr>
            </a:lvl1pPr>
          </a:lstStyle>
          <a:p>
            <a:r>
              <a:rPr dirty="0" err="1"/>
              <a:t>演示文稿主题文本｜版本</a:t>
            </a:r>
            <a:endParaRPr dirty="0"/>
          </a:p>
        </p:txBody>
      </p:sp>
      <p:sp>
        <p:nvSpPr>
          <p:cNvPr id="19" name="date"/>
          <p:cNvSpPr txBox="1">
            <a:spLocks noGrp="1"/>
          </p:cNvSpPr>
          <p:nvPr>
            <p:ph type="body" sz="quarter" idx="23"/>
          </p:nvPr>
        </p:nvSpPr>
        <p:spPr>
          <a:xfrm>
            <a:off x="737065" y="2929149"/>
            <a:ext cx="7620001" cy="385222"/>
          </a:xfrm>
          <a:prstGeom prst="rect">
            <a:avLst/>
          </a:prstGeom>
        </p:spPr>
        <p:txBody>
          <a:bodyPr/>
          <a:lstStyle>
            <a:lvl1pPr defTabSz="1219200">
              <a:lnSpc>
                <a:spcPct val="80000"/>
              </a:lnSpc>
              <a:spcBef>
                <a:spcPts val="0"/>
              </a:spcBef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微软雅黑" panose="020B0503020204020204" charset="-122"/>
              </a:defRPr>
            </a:lvl1pPr>
          </a:lstStyle>
          <a:p>
            <a:pPr lvl="0">
              <a:defRPr>
                <a:solidFill>
                  <a:srgbClr val="26282A"/>
                </a:solidFill>
              </a:defRPr>
            </a:pPr>
            <a:r>
              <a:rPr lang="zh-CN" altLang="en-US">
                <a:solidFill>
                  <a:srgbClr val="FFFFFF"/>
                </a:solidFill>
              </a:rPr>
              <a:t>单击此处编辑母版文本样式</a:t>
            </a:r>
          </a:p>
        </p:txBody>
      </p:sp>
      <p:sp>
        <p:nvSpPr>
          <p:cNvPr id="20" name="文本占位符 2"/>
          <p:cNvSpPr/>
          <p:nvPr/>
        </p:nvSpPr>
        <p:spPr>
          <a:xfrm>
            <a:off x="10161652" y="6228114"/>
            <a:ext cx="1299861" cy="26231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>
            <a:lvl1pPr algn="r">
              <a:lnSpc>
                <a:spcPct val="100000"/>
              </a:lnSpc>
              <a:defRPr sz="1000" cap="none" spc="50">
                <a:solidFill>
                  <a:srgbClr val="FBFCFF"/>
                </a:solidFill>
                <a:latin typeface="+mn-lt"/>
                <a:ea typeface="+mn-ea"/>
                <a:cs typeface="+mn-cs"/>
                <a:sym typeface="Arial" panose="020B0604020202090204"/>
              </a:defRPr>
            </a:lvl1pPr>
          </a:lstStyle>
          <a:p>
            <a:r>
              <a:t>sgmw.com.cn</a:t>
            </a:r>
          </a:p>
        </p:txBody>
      </p:sp>
      <p:sp>
        <p:nvSpPr>
          <p:cNvPr id="22" name="圆角矩形"/>
          <p:cNvSpPr/>
          <p:nvPr/>
        </p:nvSpPr>
        <p:spPr>
          <a:xfrm>
            <a:off x="726558" y="6150408"/>
            <a:ext cx="10738885" cy="317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endParaRPr/>
          </a:p>
        </p:txBody>
      </p:sp>
      <p:sp>
        <p:nvSpPr>
          <p:cNvPr id="9" name="形状"/>
          <p:cNvSpPr/>
          <p:nvPr/>
        </p:nvSpPr>
        <p:spPr>
          <a:xfrm>
            <a:off x="746865" y="458192"/>
            <a:ext cx="1796509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2730" y="0"/>
                </a:moveTo>
                <a:cubicBezTo>
                  <a:pt x="1769" y="0"/>
                  <a:pt x="924" y="1940"/>
                  <a:pt x="432" y="4875"/>
                </a:cubicBezTo>
                <a:cubicBezTo>
                  <a:pt x="173" y="6460"/>
                  <a:pt x="17" y="8325"/>
                  <a:pt x="0" y="10331"/>
                </a:cubicBezTo>
                <a:cubicBezTo>
                  <a:pt x="-1" y="10452"/>
                  <a:pt x="-1" y="10779"/>
                  <a:pt x="3" y="10978"/>
                </a:cubicBezTo>
                <a:cubicBezTo>
                  <a:pt x="5" y="11127"/>
                  <a:pt x="6" y="11292"/>
                  <a:pt x="36" y="11400"/>
                </a:cubicBezTo>
                <a:cubicBezTo>
                  <a:pt x="62" y="11492"/>
                  <a:pt x="93" y="11502"/>
                  <a:pt x="127" y="11512"/>
                </a:cubicBezTo>
                <a:lnTo>
                  <a:pt x="129" y="11512"/>
                </a:lnTo>
                <a:cubicBezTo>
                  <a:pt x="161" y="11521"/>
                  <a:pt x="223" y="11522"/>
                  <a:pt x="253" y="11522"/>
                </a:cubicBezTo>
                <a:lnTo>
                  <a:pt x="1052" y="11522"/>
                </a:lnTo>
                <a:cubicBezTo>
                  <a:pt x="1060" y="11522"/>
                  <a:pt x="1064" y="11519"/>
                  <a:pt x="1067" y="11512"/>
                </a:cubicBezTo>
                <a:cubicBezTo>
                  <a:pt x="1072" y="11502"/>
                  <a:pt x="1073" y="11486"/>
                  <a:pt x="1071" y="11466"/>
                </a:cubicBezTo>
                <a:cubicBezTo>
                  <a:pt x="1071" y="11458"/>
                  <a:pt x="1071" y="11450"/>
                  <a:pt x="1069" y="11437"/>
                </a:cubicBezTo>
                <a:cubicBezTo>
                  <a:pt x="1054" y="11343"/>
                  <a:pt x="969" y="10819"/>
                  <a:pt x="964" y="10791"/>
                </a:cubicBezTo>
                <a:cubicBezTo>
                  <a:pt x="959" y="10760"/>
                  <a:pt x="952" y="10729"/>
                  <a:pt x="945" y="10697"/>
                </a:cubicBezTo>
                <a:cubicBezTo>
                  <a:pt x="935" y="10655"/>
                  <a:pt x="928" y="10623"/>
                  <a:pt x="916" y="10603"/>
                </a:cubicBezTo>
                <a:cubicBezTo>
                  <a:pt x="904" y="10581"/>
                  <a:pt x="886" y="10568"/>
                  <a:pt x="859" y="10566"/>
                </a:cubicBezTo>
                <a:cubicBezTo>
                  <a:pt x="844" y="10566"/>
                  <a:pt x="823" y="10566"/>
                  <a:pt x="802" y="10566"/>
                </a:cubicBezTo>
                <a:cubicBezTo>
                  <a:pt x="730" y="10566"/>
                  <a:pt x="483" y="10566"/>
                  <a:pt x="418" y="10566"/>
                </a:cubicBezTo>
                <a:cubicBezTo>
                  <a:pt x="404" y="10566"/>
                  <a:pt x="404" y="10566"/>
                  <a:pt x="394" y="10566"/>
                </a:cubicBezTo>
                <a:cubicBezTo>
                  <a:pt x="369" y="10562"/>
                  <a:pt x="351" y="10495"/>
                  <a:pt x="349" y="10397"/>
                </a:cubicBezTo>
                <a:cubicBezTo>
                  <a:pt x="348" y="10367"/>
                  <a:pt x="349" y="10329"/>
                  <a:pt x="349" y="10312"/>
                </a:cubicBezTo>
                <a:cubicBezTo>
                  <a:pt x="349" y="10262"/>
                  <a:pt x="350" y="10203"/>
                  <a:pt x="351" y="10153"/>
                </a:cubicBezTo>
                <a:cubicBezTo>
                  <a:pt x="418" y="4959"/>
                  <a:pt x="1511" y="834"/>
                  <a:pt x="2849" y="834"/>
                </a:cubicBezTo>
                <a:cubicBezTo>
                  <a:pt x="4055" y="834"/>
                  <a:pt x="5062" y="4180"/>
                  <a:pt x="5299" y="8644"/>
                </a:cubicBezTo>
                <a:lnTo>
                  <a:pt x="5426" y="8644"/>
                </a:lnTo>
                <a:cubicBezTo>
                  <a:pt x="5391" y="7979"/>
                  <a:pt x="5342" y="7337"/>
                  <a:pt x="5278" y="6722"/>
                </a:cubicBezTo>
                <a:cubicBezTo>
                  <a:pt x="4868" y="2779"/>
                  <a:pt x="3881" y="0"/>
                  <a:pt x="2730" y="0"/>
                </a:cubicBezTo>
                <a:close/>
                <a:moveTo>
                  <a:pt x="2734" y="1434"/>
                </a:moveTo>
                <a:cubicBezTo>
                  <a:pt x="2686" y="1434"/>
                  <a:pt x="2637" y="1506"/>
                  <a:pt x="2598" y="1669"/>
                </a:cubicBezTo>
                <a:cubicBezTo>
                  <a:pt x="2574" y="1771"/>
                  <a:pt x="2548" y="1900"/>
                  <a:pt x="2532" y="1997"/>
                </a:cubicBezTo>
                <a:cubicBezTo>
                  <a:pt x="2515" y="2091"/>
                  <a:pt x="2509" y="2128"/>
                  <a:pt x="2477" y="2325"/>
                </a:cubicBezTo>
                <a:cubicBezTo>
                  <a:pt x="2405" y="2767"/>
                  <a:pt x="1658" y="7373"/>
                  <a:pt x="1568" y="7931"/>
                </a:cubicBezTo>
                <a:cubicBezTo>
                  <a:pt x="1391" y="9024"/>
                  <a:pt x="1321" y="9445"/>
                  <a:pt x="1250" y="10003"/>
                </a:cubicBezTo>
                <a:cubicBezTo>
                  <a:pt x="1187" y="10507"/>
                  <a:pt x="1187" y="11093"/>
                  <a:pt x="1248" y="11587"/>
                </a:cubicBezTo>
                <a:cubicBezTo>
                  <a:pt x="1310" y="12092"/>
                  <a:pt x="1387" y="12563"/>
                  <a:pt x="1570" y="13687"/>
                </a:cubicBezTo>
                <a:cubicBezTo>
                  <a:pt x="1576" y="13722"/>
                  <a:pt x="2276" y="18034"/>
                  <a:pt x="2477" y="19275"/>
                </a:cubicBezTo>
                <a:cubicBezTo>
                  <a:pt x="2510" y="19480"/>
                  <a:pt x="2505" y="19463"/>
                  <a:pt x="2529" y="19603"/>
                </a:cubicBezTo>
                <a:cubicBezTo>
                  <a:pt x="2554" y="19744"/>
                  <a:pt x="2572" y="19835"/>
                  <a:pt x="2596" y="19931"/>
                </a:cubicBezTo>
                <a:cubicBezTo>
                  <a:pt x="2631" y="20072"/>
                  <a:pt x="2678" y="20166"/>
                  <a:pt x="2730" y="20166"/>
                </a:cubicBezTo>
                <a:cubicBezTo>
                  <a:pt x="2778" y="20166"/>
                  <a:pt x="2827" y="20094"/>
                  <a:pt x="2866" y="19931"/>
                </a:cubicBezTo>
                <a:cubicBezTo>
                  <a:pt x="2890" y="19829"/>
                  <a:pt x="2913" y="19700"/>
                  <a:pt x="2930" y="19603"/>
                </a:cubicBezTo>
                <a:cubicBezTo>
                  <a:pt x="2946" y="19509"/>
                  <a:pt x="2953" y="19472"/>
                  <a:pt x="2985" y="19275"/>
                </a:cubicBezTo>
                <a:cubicBezTo>
                  <a:pt x="3056" y="18833"/>
                  <a:pt x="3806" y="14227"/>
                  <a:pt x="3896" y="13669"/>
                </a:cubicBezTo>
                <a:cubicBezTo>
                  <a:pt x="4073" y="12576"/>
                  <a:pt x="4143" y="12155"/>
                  <a:pt x="4214" y="11597"/>
                </a:cubicBezTo>
                <a:cubicBezTo>
                  <a:pt x="4277" y="11093"/>
                  <a:pt x="4277" y="10516"/>
                  <a:pt x="4216" y="10022"/>
                </a:cubicBezTo>
                <a:cubicBezTo>
                  <a:pt x="4154" y="9518"/>
                  <a:pt x="4077" y="9047"/>
                  <a:pt x="3894" y="7922"/>
                </a:cubicBezTo>
                <a:cubicBezTo>
                  <a:pt x="3888" y="7888"/>
                  <a:pt x="3188" y="3566"/>
                  <a:pt x="2987" y="2325"/>
                </a:cubicBezTo>
                <a:cubicBezTo>
                  <a:pt x="2954" y="2120"/>
                  <a:pt x="2956" y="2137"/>
                  <a:pt x="2932" y="1997"/>
                </a:cubicBezTo>
                <a:cubicBezTo>
                  <a:pt x="2908" y="1856"/>
                  <a:pt x="2892" y="1765"/>
                  <a:pt x="2868" y="1669"/>
                </a:cubicBezTo>
                <a:cubicBezTo>
                  <a:pt x="2833" y="1528"/>
                  <a:pt x="2785" y="1434"/>
                  <a:pt x="2734" y="1434"/>
                </a:cubicBezTo>
                <a:close/>
                <a:moveTo>
                  <a:pt x="7504" y="4312"/>
                </a:moveTo>
                <a:lnTo>
                  <a:pt x="7504" y="10387"/>
                </a:lnTo>
                <a:lnTo>
                  <a:pt x="6571" y="10387"/>
                </a:lnTo>
                <a:lnTo>
                  <a:pt x="6571" y="11344"/>
                </a:lnTo>
                <a:lnTo>
                  <a:pt x="9088" y="11344"/>
                </a:lnTo>
                <a:lnTo>
                  <a:pt x="9088" y="10387"/>
                </a:lnTo>
                <a:lnTo>
                  <a:pt x="7878" y="10387"/>
                </a:lnTo>
                <a:lnTo>
                  <a:pt x="7878" y="7134"/>
                </a:lnTo>
                <a:lnTo>
                  <a:pt x="8902" y="7134"/>
                </a:lnTo>
                <a:lnTo>
                  <a:pt x="8902" y="6178"/>
                </a:lnTo>
                <a:lnTo>
                  <a:pt x="7878" y="6178"/>
                </a:lnTo>
                <a:lnTo>
                  <a:pt x="7878" y="4312"/>
                </a:lnTo>
                <a:lnTo>
                  <a:pt x="7504" y="4312"/>
                </a:lnTo>
                <a:close/>
                <a:moveTo>
                  <a:pt x="9372" y="4312"/>
                </a:moveTo>
                <a:cubicBezTo>
                  <a:pt x="9372" y="4312"/>
                  <a:pt x="9444" y="5222"/>
                  <a:pt x="9470" y="5419"/>
                </a:cubicBezTo>
                <a:cubicBezTo>
                  <a:pt x="9495" y="5616"/>
                  <a:pt x="9541" y="5878"/>
                  <a:pt x="9708" y="5878"/>
                </a:cubicBezTo>
                <a:lnTo>
                  <a:pt x="9866" y="5878"/>
                </a:lnTo>
                <a:lnTo>
                  <a:pt x="9866" y="5109"/>
                </a:lnTo>
                <a:lnTo>
                  <a:pt x="9801" y="5109"/>
                </a:lnTo>
                <a:cubicBezTo>
                  <a:pt x="9755" y="5109"/>
                  <a:pt x="9728" y="5072"/>
                  <a:pt x="9710" y="4931"/>
                </a:cubicBezTo>
                <a:cubicBezTo>
                  <a:pt x="9694" y="4791"/>
                  <a:pt x="9648" y="4313"/>
                  <a:pt x="9648" y="4312"/>
                </a:cubicBezTo>
                <a:lnTo>
                  <a:pt x="9372" y="4312"/>
                </a:lnTo>
                <a:close/>
                <a:moveTo>
                  <a:pt x="10336" y="4312"/>
                </a:moveTo>
                <a:cubicBezTo>
                  <a:pt x="10252" y="4935"/>
                  <a:pt x="10199" y="5109"/>
                  <a:pt x="10016" y="5109"/>
                </a:cubicBezTo>
                <a:lnTo>
                  <a:pt x="10016" y="5869"/>
                </a:lnTo>
                <a:cubicBezTo>
                  <a:pt x="10247" y="5869"/>
                  <a:pt x="10382" y="5827"/>
                  <a:pt x="10488" y="5559"/>
                </a:cubicBezTo>
                <a:lnTo>
                  <a:pt x="11500" y="5559"/>
                </a:lnTo>
                <a:lnTo>
                  <a:pt x="11500" y="4716"/>
                </a:lnTo>
                <a:lnTo>
                  <a:pt x="10674" y="4716"/>
                </a:lnTo>
                <a:cubicBezTo>
                  <a:pt x="10693" y="4593"/>
                  <a:pt x="10712" y="4461"/>
                  <a:pt x="10732" y="4312"/>
                </a:cubicBezTo>
                <a:lnTo>
                  <a:pt x="10336" y="4312"/>
                </a:lnTo>
                <a:close/>
                <a:moveTo>
                  <a:pt x="11870" y="4312"/>
                </a:moveTo>
                <a:cubicBezTo>
                  <a:pt x="11870" y="4312"/>
                  <a:pt x="11942" y="5222"/>
                  <a:pt x="11967" y="5419"/>
                </a:cubicBezTo>
                <a:cubicBezTo>
                  <a:pt x="11993" y="5616"/>
                  <a:pt x="12039" y="5888"/>
                  <a:pt x="12204" y="5887"/>
                </a:cubicBezTo>
                <a:lnTo>
                  <a:pt x="12361" y="5887"/>
                </a:lnTo>
                <a:lnTo>
                  <a:pt x="12361" y="5109"/>
                </a:lnTo>
                <a:lnTo>
                  <a:pt x="12297" y="5109"/>
                </a:lnTo>
                <a:cubicBezTo>
                  <a:pt x="12251" y="5109"/>
                  <a:pt x="12225" y="5072"/>
                  <a:pt x="12208" y="4931"/>
                </a:cubicBezTo>
                <a:cubicBezTo>
                  <a:pt x="12192" y="4791"/>
                  <a:pt x="12144" y="4313"/>
                  <a:pt x="12144" y="4312"/>
                </a:cubicBezTo>
                <a:lnTo>
                  <a:pt x="11870" y="4312"/>
                </a:lnTo>
                <a:close/>
                <a:moveTo>
                  <a:pt x="19662" y="4312"/>
                </a:moveTo>
                <a:lnTo>
                  <a:pt x="19662" y="4631"/>
                </a:lnTo>
                <a:lnTo>
                  <a:pt x="19397" y="4631"/>
                </a:lnTo>
                <a:lnTo>
                  <a:pt x="19397" y="5297"/>
                </a:lnTo>
                <a:lnTo>
                  <a:pt x="19662" y="5297"/>
                </a:lnTo>
                <a:lnTo>
                  <a:pt x="19662" y="5578"/>
                </a:lnTo>
                <a:lnTo>
                  <a:pt x="20008" y="5578"/>
                </a:lnTo>
                <a:lnTo>
                  <a:pt x="20008" y="5297"/>
                </a:lnTo>
                <a:lnTo>
                  <a:pt x="20988" y="5297"/>
                </a:lnTo>
                <a:lnTo>
                  <a:pt x="20988" y="5578"/>
                </a:lnTo>
                <a:lnTo>
                  <a:pt x="21334" y="5578"/>
                </a:lnTo>
                <a:lnTo>
                  <a:pt x="21334" y="5297"/>
                </a:lnTo>
                <a:lnTo>
                  <a:pt x="21599" y="5297"/>
                </a:lnTo>
                <a:lnTo>
                  <a:pt x="21599" y="4631"/>
                </a:lnTo>
                <a:lnTo>
                  <a:pt x="21334" y="4631"/>
                </a:lnTo>
                <a:lnTo>
                  <a:pt x="21334" y="4312"/>
                </a:lnTo>
                <a:lnTo>
                  <a:pt x="20988" y="4312"/>
                </a:lnTo>
                <a:lnTo>
                  <a:pt x="20988" y="4631"/>
                </a:lnTo>
                <a:lnTo>
                  <a:pt x="20008" y="4631"/>
                </a:lnTo>
                <a:lnTo>
                  <a:pt x="20008" y="4312"/>
                </a:lnTo>
                <a:lnTo>
                  <a:pt x="19662" y="4312"/>
                </a:lnTo>
                <a:close/>
                <a:moveTo>
                  <a:pt x="12542" y="4425"/>
                </a:moveTo>
                <a:lnTo>
                  <a:pt x="12542" y="5325"/>
                </a:lnTo>
                <a:lnTo>
                  <a:pt x="13518" y="5325"/>
                </a:lnTo>
                <a:cubicBezTo>
                  <a:pt x="13444" y="5532"/>
                  <a:pt x="13369" y="5737"/>
                  <a:pt x="13294" y="5944"/>
                </a:cubicBezTo>
                <a:lnTo>
                  <a:pt x="13146" y="5944"/>
                </a:lnTo>
                <a:cubicBezTo>
                  <a:pt x="13124" y="5797"/>
                  <a:pt x="13101" y="5650"/>
                  <a:pt x="13079" y="5503"/>
                </a:cubicBezTo>
                <a:lnTo>
                  <a:pt x="12690" y="5503"/>
                </a:lnTo>
                <a:cubicBezTo>
                  <a:pt x="12712" y="5652"/>
                  <a:pt x="12736" y="5797"/>
                  <a:pt x="12757" y="5944"/>
                </a:cubicBezTo>
                <a:lnTo>
                  <a:pt x="12499" y="5944"/>
                </a:lnTo>
                <a:lnTo>
                  <a:pt x="12499" y="10087"/>
                </a:lnTo>
                <a:lnTo>
                  <a:pt x="12788" y="10087"/>
                </a:lnTo>
                <a:lnTo>
                  <a:pt x="12788" y="8934"/>
                </a:lnTo>
                <a:lnTo>
                  <a:pt x="13134" y="8934"/>
                </a:lnTo>
                <a:lnTo>
                  <a:pt x="13134" y="10087"/>
                </a:lnTo>
                <a:lnTo>
                  <a:pt x="13423" y="10087"/>
                </a:lnTo>
                <a:lnTo>
                  <a:pt x="13423" y="8934"/>
                </a:lnTo>
                <a:lnTo>
                  <a:pt x="13766" y="8934"/>
                </a:lnTo>
                <a:lnTo>
                  <a:pt x="13766" y="9394"/>
                </a:lnTo>
                <a:lnTo>
                  <a:pt x="13609" y="9394"/>
                </a:lnTo>
                <a:lnTo>
                  <a:pt x="13609" y="10087"/>
                </a:lnTo>
                <a:lnTo>
                  <a:pt x="13888" y="10087"/>
                </a:lnTo>
                <a:cubicBezTo>
                  <a:pt x="13979" y="10087"/>
                  <a:pt x="14053" y="9731"/>
                  <a:pt x="14053" y="9291"/>
                </a:cubicBezTo>
                <a:lnTo>
                  <a:pt x="14053" y="5944"/>
                </a:lnTo>
                <a:lnTo>
                  <a:pt x="13790" y="5944"/>
                </a:lnTo>
                <a:cubicBezTo>
                  <a:pt x="13864" y="5737"/>
                  <a:pt x="13937" y="5532"/>
                  <a:pt x="14012" y="5325"/>
                </a:cubicBezTo>
                <a:lnTo>
                  <a:pt x="14012" y="4425"/>
                </a:lnTo>
                <a:lnTo>
                  <a:pt x="12542" y="4425"/>
                </a:lnTo>
                <a:close/>
                <a:moveTo>
                  <a:pt x="14516" y="4425"/>
                </a:moveTo>
                <a:lnTo>
                  <a:pt x="14516" y="10031"/>
                </a:lnTo>
                <a:cubicBezTo>
                  <a:pt x="14516" y="10459"/>
                  <a:pt x="14526" y="11058"/>
                  <a:pt x="14449" y="11353"/>
                </a:cubicBezTo>
                <a:lnTo>
                  <a:pt x="14759" y="11353"/>
                </a:lnTo>
                <a:cubicBezTo>
                  <a:pt x="14829" y="11076"/>
                  <a:pt x="14826" y="10384"/>
                  <a:pt x="14826" y="9956"/>
                </a:cubicBezTo>
                <a:lnTo>
                  <a:pt x="14826" y="9019"/>
                </a:lnTo>
                <a:lnTo>
                  <a:pt x="15401" y="9019"/>
                </a:lnTo>
                <a:lnTo>
                  <a:pt x="15401" y="11353"/>
                </a:lnTo>
                <a:lnTo>
                  <a:pt x="15711" y="11353"/>
                </a:lnTo>
                <a:lnTo>
                  <a:pt x="15711" y="9019"/>
                </a:lnTo>
                <a:lnTo>
                  <a:pt x="16281" y="9019"/>
                </a:lnTo>
                <a:lnTo>
                  <a:pt x="16281" y="10078"/>
                </a:lnTo>
                <a:cubicBezTo>
                  <a:pt x="16281" y="10309"/>
                  <a:pt x="16246" y="10462"/>
                  <a:pt x="16166" y="10462"/>
                </a:cubicBezTo>
                <a:lnTo>
                  <a:pt x="16078" y="10462"/>
                </a:lnTo>
                <a:lnTo>
                  <a:pt x="16078" y="11353"/>
                </a:lnTo>
                <a:lnTo>
                  <a:pt x="16336" y="11353"/>
                </a:lnTo>
                <a:cubicBezTo>
                  <a:pt x="16543" y="11353"/>
                  <a:pt x="16601" y="10649"/>
                  <a:pt x="16601" y="10209"/>
                </a:cubicBezTo>
                <a:lnTo>
                  <a:pt x="16601" y="4425"/>
                </a:lnTo>
                <a:lnTo>
                  <a:pt x="14516" y="4425"/>
                </a:lnTo>
                <a:close/>
                <a:moveTo>
                  <a:pt x="16932" y="4425"/>
                </a:moveTo>
                <a:lnTo>
                  <a:pt x="16932" y="5325"/>
                </a:lnTo>
                <a:lnTo>
                  <a:pt x="17541" y="5325"/>
                </a:lnTo>
                <a:lnTo>
                  <a:pt x="17462" y="6816"/>
                </a:lnTo>
                <a:lnTo>
                  <a:pt x="16997" y="6816"/>
                </a:lnTo>
                <a:lnTo>
                  <a:pt x="16997" y="7716"/>
                </a:lnTo>
                <a:lnTo>
                  <a:pt x="17414" y="7716"/>
                </a:lnTo>
                <a:lnTo>
                  <a:pt x="17271" y="10444"/>
                </a:lnTo>
                <a:lnTo>
                  <a:pt x="16897" y="10444"/>
                </a:lnTo>
                <a:lnTo>
                  <a:pt x="16897" y="11344"/>
                </a:lnTo>
                <a:lnTo>
                  <a:pt x="19099" y="11344"/>
                </a:lnTo>
                <a:lnTo>
                  <a:pt x="19099" y="10444"/>
                </a:lnTo>
                <a:lnTo>
                  <a:pt x="18946" y="10444"/>
                </a:lnTo>
                <a:lnTo>
                  <a:pt x="18946" y="6816"/>
                </a:lnTo>
                <a:lnTo>
                  <a:pt x="17813" y="6816"/>
                </a:lnTo>
                <a:lnTo>
                  <a:pt x="17891" y="5325"/>
                </a:lnTo>
                <a:lnTo>
                  <a:pt x="19063" y="5325"/>
                </a:lnTo>
                <a:lnTo>
                  <a:pt x="19063" y="4425"/>
                </a:lnTo>
                <a:lnTo>
                  <a:pt x="16932" y="4425"/>
                </a:lnTo>
                <a:close/>
                <a:moveTo>
                  <a:pt x="14826" y="5325"/>
                </a:moveTo>
                <a:lnTo>
                  <a:pt x="15401" y="5325"/>
                </a:lnTo>
                <a:lnTo>
                  <a:pt x="15401" y="6291"/>
                </a:lnTo>
                <a:lnTo>
                  <a:pt x="14826" y="6291"/>
                </a:lnTo>
                <a:lnTo>
                  <a:pt x="14826" y="5325"/>
                </a:lnTo>
                <a:close/>
                <a:moveTo>
                  <a:pt x="15711" y="5325"/>
                </a:moveTo>
                <a:lnTo>
                  <a:pt x="16281" y="5325"/>
                </a:lnTo>
                <a:lnTo>
                  <a:pt x="16281" y="6291"/>
                </a:lnTo>
                <a:lnTo>
                  <a:pt x="15711" y="6291"/>
                </a:lnTo>
                <a:lnTo>
                  <a:pt x="15711" y="5325"/>
                </a:lnTo>
                <a:close/>
                <a:moveTo>
                  <a:pt x="20325" y="5559"/>
                </a:moveTo>
                <a:lnTo>
                  <a:pt x="20325" y="5841"/>
                </a:lnTo>
                <a:lnTo>
                  <a:pt x="19468" y="5841"/>
                </a:lnTo>
                <a:lnTo>
                  <a:pt x="19468" y="6459"/>
                </a:lnTo>
                <a:lnTo>
                  <a:pt x="20325" y="6459"/>
                </a:lnTo>
                <a:lnTo>
                  <a:pt x="20325" y="6769"/>
                </a:lnTo>
                <a:lnTo>
                  <a:pt x="19397" y="6769"/>
                </a:lnTo>
                <a:lnTo>
                  <a:pt x="19397" y="7387"/>
                </a:lnTo>
                <a:lnTo>
                  <a:pt x="20110" y="7387"/>
                </a:lnTo>
                <a:cubicBezTo>
                  <a:pt x="20095" y="7490"/>
                  <a:pt x="20079" y="7598"/>
                  <a:pt x="20070" y="7650"/>
                </a:cubicBezTo>
                <a:cubicBezTo>
                  <a:pt x="20050" y="7758"/>
                  <a:pt x="20019" y="7791"/>
                  <a:pt x="19967" y="7791"/>
                </a:cubicBezTo>
                <a:lnTo>
                  <a:pt x="19397" y="7791"/>
                </a:lnTo>
                <a:lnTo>
                  <a:pt x="19397" y="8381"/>
                </a:lnTo>
                <a:lnTo>
                  <a:pt x="19726" y="8381"/>
                </a:lnTo>
                <a:cubicBezTo>
                  <a:pt x="19711" y="8484"/>
                  <a:pt x="19677" y="8728"/>
                  <a:pt x="19662" y="8812"/>
                </a:cubicBezTo>
                <a:cubicBezTo>
                  <a:pt x="19642" y="8921"/>
                  <a:pt x="19611" y="8953"/>
                  <a:pt x="19559" y="8953"/>
                </a:cubicBezTo>
                <a:lnTo>
                  <a:pt x="19397" y="8953"/>
                </a:lnTo>
                <a:lnTo>
                  <a:pt x="19397" y="9534"/>
                </a:lnTo>
                <a:lnTo>
                  <a:pt x="19666" y="9534"/>
                </a:lnTo>
                <a:cubicBezTo>
                  <a:pt x="19807" y="9534"/>
                  <a:pt x="19869" y="9428"/>
                  <a:pt x="19905" y="9309"/>
                </a:cubicBezTo>
                <a:lnTo>
                  <a:pt x="20869" y="9309"/>
                </a:lnTo>
                <a:lnTo>
                  <a:pt x="20490" y="9928"/>
                </a:lnTo>
                <a:lnTo>
                  <a:pt x="20361" y="9722"/>
                </a:lnTo>
                <a:lnTo>
                  <a:pt x="19743" y="9722"/>
                </a:lnTo>
                <a:lnTo>
                  <a:pt x="20177" y="10434"/>
                </a:lnTo>
                <a:lnTo>
                  <a:pt x="20070" y="10603"/>
                </a:lnTo>
                <a:cubicBezTo>
                  <a:pt x="20027" y="10671"/>
                  <a:pt x="19982" y="10706"/>
                  <a:pt x="19936" y="10706"/>
                </a:cubicBezTo>
                <a:lnTo>
                  <a:pt x="19397" y="10706"/>
                </a:lnTo>
                <a:lnTo>
                  <a:pt x="19397" y="11344"/>
                </a:lnTo>
                <a:lnTo>
                  <a:pt x="20175" y="11344"/>
                </a:lnTo>
                <a:cubicBezTo>
                  <a:pt x="20242" y="11344"/>
                  <a:pt x="20310" y="11294"/>
                  <a:pt x="20373" y="11194"/>
                </a:cubicBezTo>
                <a:lnTo>
                  <a:pt x="20506" y="10969"/>
                </a:lnTo>
                <a:lnTo>
                  <a:pt x="20640" y="11194"/>
                </a:lnTo>
                <a:cubicBezTo>
                  <a:pt x="20703" y="11296"/>
                  <a:pt x="20770" y="11344"/>
                  <a:pt x="20838" y="11344"/>
                </a:cubicBezTo>
                <a:lnTo>
                  <a:pt x="21599" y="11344"/>
                </a:lnTo>
                <a:lnTo>
                  <a:pt x="21599" y="10706"/>
                </a:lnTo>
                <a:lnTo>
                  <a:pt x="21062" y="10706"/>
                </a:lnTo>
                <a:cubicBezTo>
                  <a:pt x="21018" y="10706"/>
                  <a:pt x="20974" y="10677"/>
                  <a:pt x="20933" y="10612"/>
                </a:cubicBezTo>
                <a:lnTo>
                  <a:pt x="20828" y="10453"/>
                </a:lnTo>
                <a:lnTo>
                  <a:pt x="21527" y="9319"/>
                </a:lnTo>
                <a:lnTo>
                  <a:pt x="21527" y="8691"/>
                </a:lnTo>
                <a:lnTo>
                  <a:pt x="20003" y="8691"/>
                </a:lnTo>
                <a:cubicBezTo>
                  <a:pt x="20019" y="8564"/>
                  <a:pt x="20031" y="8453"/>
                  <a:pt x="20039" y="8391"/>
                </a:cubicBezTo>
                <a:lnTo>
                  <a:pt x="20086" y="8391"/>
                </a:lnTo>
                <a:cubicBezTo>
                  <a:pt x="20275" y="8391"/>
                  <a:pt x="20327" y="8185"/>
                  <a:pt x="20356" y="8034"/>
                </a:cubicBezTo>
                <a:cubicBezTo>
                  <a:pt x="20374" y="7936"/>
                  <a:pt x="20413" y="7606"/>
                  <a:pt x="20439" y="7387"/>
                </a:cubicBezTo>
                <a:lnTo>
                  <a:pt x="20657" y="7387"/>
                </a:lnTo>
                <a:lnTo>
                  <a:pt x="20657" y="7819"/>
                </a:lnTo>
                <a:cubicBezTo>
                  <a:pt x="20657" y="8142"/>
                  <a:pt x="20736" y="8400"/>
                  <a:pt x="20833" y="8400"/>
                </a:cubicBezTo>
                <a:lnTo>
                  <a:pt x="21599" y="8400"/>
                </a:lnTo>
                <a:lnTo>
                  <a:pt x="21599" y="7800"/>
                </a:lnTo>
                <a:lnTo>
                  <a:pt x="21043" y="7800"/>
                </a:lnTo>
                <a:cubicBezTo>
                  <a:pt x="21011" y="7800"/>
                  <a:pt x="20983" y="7710"/>
                  <a:pt x="20983" y="7603"/>
                </a:cubicBezTo>
                <a:lnTo>
                  <a:pt x="20983" y="7387"/>
                </a:lnTo>
                <a:lnTo>
                  <a:pt x="21599" y="7387"/>
                </a:lnTo>
                <a:lnTo>
                  <a:pt x="21599" y="6769"/>
                </a:lnTo>
                <a:lnTo>
                  <a:pt x="20671" y="6769"/>
                </a:lnTo>
                <a:lnTo>
                  <a:pt x="20671" y="6459"/>
                </a:lnTo>
                <a:lnTo>
                  <a:pt x="21527" y="6459"/>
                </a:lnTo>
                <a:lnTo>
                  <a:pt x="21527" y="5841"/>
                </a:lnTo>
                <a:lnTo>
                  <a:pt x="20671" y="5841"/>
                </a:lnTo>
                <a:lnTo>
                  <a:pt x="20671" y="5559"/>
                </a:lnTo>
                <a:lnTo>
                  <a:pt x="20325" y="5559"/>
                </a:lnTo>
                <a:close/>
                <a:moveTo>
                  <a:pt x="11905" y="6084"/>
                </a:moveTo>
                <a:lnTo>
                  <a:pt x="11905" y="6994"/>
                </a:lnTo>
                <a:lnTo>
                  <a:pt x="12065" y="6994"/>
                </a:lnTo>
                <a:lnTo>
                  <a:pt x="12065" y="9928"/>
                </a:lnTo>
                <a:cubicBezTo>
                  <a:pt x="12065" y="10207"/>
                  <a:pt x="12019" y="10425"/>
                  <a:pt x="11963" y="10425"/>
                </a:cubicBezTo>
                <a:lnTo>
                  <a:pt x="11905" y="10425"/>
                </a:lnTo>
                <a:lnTo>
                  <a:pt x="11905" y="11334"/>
                </a:lnTo>
                <a:lnTo>
                  <a:pt x="12134" y="11334"/>
                </a:lnTo>
                <a:cubicBezTo>
                  <a:pt x="12166" y="11334"/>
                  <a:pt x="12179" y="11329"/>
                  <a:pt x="12211" y="11269"/>
                </a:cubicBezTo>
                <a:cubicBezTo>
                  <a:pt x="12234" y="11217"/>
                  <a:pt x="12256" y="11162"/>
                  <a:pt x="12280" y="11109"/>
                </a:cubicBezTo>
                <a:cubicBezTo>
                  <a:pt x="12299" y="11158"/>
                  <a:pt x="12318" y="11209"/>
                  <a:pt x="12337" y="11259"/>
                </a:cubicBezTo>
                <a:cubicBezTo>
                  <a:pt x="12369" y="11326"/>
                  <a:pt x="12388" y="11334"/>
                  <a:pt x="12433" y="11334"/>
                </a:cubicBezTo>
                <a:lnTo>
                  <a:pt x="14110" y="11334"/>
                </a:lnTo>
                <a:lnTo>
                  <a:pt x="14110" y="10425"/>
                </a:lnTo>
                <a:lnTo>
                  <a:pt x="12457" y="10425"/>
                </a:lnTo>
                <a:cubicBezTo>
                  <a:pt x="12400" y="10425"/>
                  <a:pt x="12354" y="10205"/>
                  <a:pt x="12354" y="9928"/>
                </a:cubicBezTo>
                <a:lnTo>
                  <a:pt x="12354" y="6084"/>
                </a:lnTo>
                <a:lnTo>
                  <a:pt x="11905" y="6084"/>
                </a:lnTo>
                <a:close/>
                <a:moveTo>
                  <a:pt x="10016" y="6244"/>
                </a:moveTo>
                <a:lnTo>
                  <a:pt x="10016" y="7134"/>
                </a:lnTo>
                <a:lnTo>
                  <a:pt x="11400" y="7134"/>
                </a:lnTo>
                <a:lnTo>
                  <a:pt x="11400" y="6244"/>
                </a:lnTo>
                <a:lnTo>
                  <a:pt x="10016" y="6244"/>
                </a:lnTo>
                <a:close/>
                <a:moveTo>
                  <a:pt x="9310" y="6291"/>
                </a:moveTo>
                <a:cubicBezTo>
                  <a:pt x="9310" y="6291"/>
                  <a:pt x="9382" y="7200"/>
                  <a:pt x="9407" y="7397"/>
                </a:cubicBezTo>
                <a:cubicBezTo>
                  <a:pt x="9433" y="7594"/>
                  <a:pt x="9479" y="7856"/>
                  <a:pt x="9646" y="7856"/>
                </a:cubicBezTo>
                <a:lnTo>
                  <a:pt x="9866" y="7856"/>
                </a:lnTo>
                <a:lnTo>
                  <a:pt x="9866" y="7087"/>
                </a:lnTo>
                <a:lnTo>
                  <a:pt x="9739" y="7087"/>
                </a:lnTo>
                <a:cubicBezTo>
                  <a:pt x="9693" y="7087"/>
                  <a:pt x="9668" y="7041"/>
                  <a:pt x="9651" y="6900"/>
                </a:cubicBezTo>
                <a:cubicBezTo>
                  <a:pt x="9634" y="6759"/>
                  <a:pt x="9586" y="6291"/>
                  <a:pt x="9586" y="6291"/>
                </a:cubicBezTo>
                <a:lnTo>
                  <a:pt x="9310" y="6291"/>
                </a:lnTo>
                <a:close/>
                <a:moveTo>
                  <a:pt x="12788" y="6647"/>
                </a:moveTo>
                <a:lnTo>
                  <a:pt x="13134" y="6647"/>
                </a:lnTo>
                <a:lnTo>
                  <a:pt x="13134" y="7087"/>
                </a:lnTo>
                <a:lnTo>
                  <a:pt x="12788" y="7087"/>
                </a:lnTo>
                <a:lnTo>
                  <a:pt x="12788" y="6647"/>
                </a:lnTo>
                <a:close/>
                <a:moveTo>
                  <a:pt x="13423" y="6647"/>
                </a:moveTo>
                <a:lnTo>
                  <a:pt x="13766" y="6647"/>
                </a:lnTo>
                <a:lnTo>
                  <a:pt x="13766" y="7087"/>
                </a:lnTo>
                <a:lnTo>
                  <a:pt x="13423" y="7087"/>
                </a:lnTo>
                <a:lnTo>
                  <a:pt x="13423" y="6647"/>
                </a:lnTo>
                <a:close/>
                <a:moveTo>
                  <a:pt x="14826" y="7181"/>
                </a:moveTo>
                <a:lnTo>
                  <a:pt x="15401" y="7181"/>
                </a:lnTo>
                <a:lnTo>
                  <a:pt x="15401" y="8119"/>
                </a:lnTo>
                <a:lnTo>
                  <a:pt x="14826" y="8119"/>
                </a:lnTo>
                <a:lnTo>
                  <a:pt x="14826" y="7181"/>
                </a:lnTo>
                <a:close/>
                <a:moveTo>
                  <a:pt x="15711" y="7181"/>
                </a:moveTo>
                <a:lnTo>
                  <a:pt x="16281" y="7181"/>
                </a:lnTo>
                <a:lnTo>
                  <a:pt x="16281" y="8119"/>
                </a:lnTo>
                <a:lnTo>
                  <a:pt x="15711" y="8119"/>
                </a:lnTo>
                <a:lnTo>
                  <a:pt x="15711" y="7181"/>
                </a:lnTo>
                <a:close/>
                <a:moveTo>
                  <a:pt x="2040" y="7200"/>
                </a:moveTo>
                <a:lnTo>
                  <a:pt x="3421" y="7200"/>
                </a:lnTo>
                <a:cubicBezTo>
                  <a:pt x="3474" y="7212"/>
                  <a:pt x="3527" y="7296"/>
                  <a:pt x="3567" y="7434"/>
                </a:cubicBezTo>
                <a:cubicBezTo>
                  <a:pt x="3616" y="7597"/>
                  <a:pt x="3645" y="7840"/>
                  <a:pt x="3648" y="8091"/>
                </a:cubicBezTo>
                <a:lnTo>
                  <a:pt x="3648" y="13519"/>
                </a:lnTo>
                <a:cubicBezTo>
                  <a:pt x="3645" y="13738"/>
                  <a:pt x="3622" y="13951"/>
                  <a:pt x="3584" y="14109"/>
                </a:cubicBezTo>
                <a:cubicBezTo>
                  <a:pt x="3542" y="14286"/>
                  <a:pt x="3485" y="14388"/>
                  <a:pt x="3424" y="14400"/>
                </a:cubicBezTo>
                <a:lnTo>
                  <a:pt x="2040" y="14400"/>
                </a:lnTo>
                <a:cubicBezTo>
                  <a:pt x="1983" y="14388"/>
                  <a:pt x="1928" y="14304"/>
                  <a:pt x="1887" y="14147"/>
                </a:cubicBezTo>
                <a:cubicBezTo>
                  <a:pt x="1844" y="13984"/>
                  <a:pt x="1819" y="13752"/>
                  <a:pt x="1816" y="13519"/>
                </a:cubicBezTo>
                <a:lnTo>
                  <a:pt x="1816" y="8091"/>
                </a:lnTo>
                <a:cubicBezTo>
                  <a:pt x="1819" y="7852"/>
                  <a:pt x="1845" y="7616"/>
                  <a:pt x="1890" y="7453"/>
                </a:cubicBezTo>
                <a:cubicBezTo>
                  <a:pt x="1930" y="7302"/>
                  <a:pt x="1985" y="7214"/>
                  <a:pt x="2040" y="7200"/>
                </a:cubicBezTo>
                <a:close/>
                <a:moveTo>
                  <a:pt x="2042" y="7669"/>
                </a:moveTo>
                <a:cubicBezTo>
                  <a:pt x="2001" y="7681"/>
                  <a:pt x="1962" y="7783"/>
                  <a:pt x="1945" y="7931"/>
                </a:cubicBezTo>
                <a:cubicBezTo>
                  <a:pt x="1937" y="7994"/>
                  <a:pt x="1933" y="8069"/>
                  <a:pt x="1933" y="8137"/>
                </a:cubicBezTo>
                <a:cubicBezTo>
                  <a:pt x="1933" y="9919"/>
                  <a:pt x="1933" y="11699"/>
                  <a:pt x="1933" y="13481"/>
                </a:cubicBezTo>
                <a:cubicBezTo>
                  <a:pt x="1933" y="13692"/>
                  <a:pt x="1975" y="13891"/>
                  <a:pt x="2028" y="13931"/>
                </a:cubicBezTo>
                <a:cubicBezTo>
                  <a:pt x="2044" y="13945"/>
                  <a:pt x="2060" y="13939"/>
                  <a:pt x="2076" y="13941"/>
                </a:cubicBezTo>
                <a:lnTo>
                  <a:pt x="3410" y="13941"/>
                </a:lnTo>
                <a:cubicBezTo>
                  <a:pt x="3443" y="13941"/>
                  <a:pt x="3478" y="13887"/>
                  <a:pt x="3500" y="13791"/>
                </a:cubicBezTo>
                <a:cubicBezTo>
                  <a:pt x="3520" y="13706"/>
                  <a:pt x="3531" y="13586"/>
                  <a:pt x="3531" y="13472"/>
                </a:cubicBezTo>
                <a:cubicBezTo>
                  <a:pt x="3531" y="11690"/>
                  <a:pt x="3531" y="9912"/>
                  <a:pt x="3531" y="8128"/>
                </a:cubicBezTo>
                <a:cubicBezTo>
                  <a:pt x="3531" y="7937"/>
                  <a:pt x="3498" y="7759"/>
                  <a:pt x="3452" y="7697"/>
                </a:cubicBezTo>
                <a:cubicBezTo>
                  <a:pt x="3428" y="7661"/>
                  <a:pt x="3401" y="7671"/>
                  <a:pt x="3376" y="7669"/>
                </a:cubicBezTo>
                <a:cubicBezTo>
                  <a:pt x="2931" y="7669"/>
                  <a:pt x="2487" y="7669"/>
                  <a:pt x="2042" y="7669"/>
                </a:cubicBezTo>
                <a:close/>
                <a:moveTo>
                  <a:pt x="17767" y="7716"/>
                </a:moveTo>
                <a:lnTo>
                  <a:pt x="18605" y="7716"/>
                </a:lnTo>
                <a:lnTo>
                  <a:pt x="18605" y="10444"/>
                </a:lnTo>
                <a:lnTo>
                  <a:pt x="17622" y="10444"/>
                </a:lnTo>
                <a:lnTo>
                  <a:pt x="17767" y="7716"/>
                </a:lnTo>
                <a:close/>
                <a:moveTo>
                  <a:pt x="10016" y="7744"/>
                </a:moveTo>
                <a:lnTo>
                  <a:pt x="10016" y="8653"/>
                </a:lnTo>
                <a:lnTo>
                  <a:pt x="11063" y="8653"/>
                </a:lnTo>
                <a:cubicBezTo>
                  <a:pt x="11063" y="9854"/>
                  <a:pt x="11162" y="10557"/>
                  <a:pt x="11290" y="10941"/>
                </a:cubicBezTo>
                <a:cubicBezTo>
                  <a:pt x="11418" y="11324"/>
                  <a:pt x="11600" y="11344"/>
                  <a:pt x="11600" y="11344"/>
                </a:cubicBezTo>
                <a:lnTo>
                  <a:pt x="11600" y="10387"/>
                </a:lnTo>
                <a:cubicBezTo>
                  <a:pt x="11431" y="10088"/>
                  <a:pt x="11395" y="9596"/>
                  <a:pt x="11395" y="8784"/>
                </a:cubicBezTo>
                <a:lnTo>
                  <a:pt x="11395" y="7744"/>
                </a:lnTo>
                <a:lnTo>
                  <a:pt x="10016" y="7744"/>
                </a:lnTo>
                <a:close/>
                <a:moveTo>
                  <a:pt x="12788" y="7781"/>
                </a:moveTo>
                <a:lnTo>
                  <a:pt x="13134" y="7781"/>
                </a:lnTo>
                <a:lnTo>
                  <a:pt x="13134" y="8241"/>
                </a:lnTo>
                <a:lnTo>
                  <a:pt x="12788" y="8241"/>
                </a:lnTo>
                <a:lnTo>
                  <a:pt x="12788" y="7781"/>
                </a:lnTo>
                <a:close/>
                <a:moveTo>
                  <a:pt x="13423" y="7781"/>
                </a:moveTo>
                <a:lnTo>
                  <a:pt x="13766" y="7781"/>
                </a:lnTo>
                <a:lnTo>
                  <a:pt x="13766" y="8241"/>
                </a:lnTo>
                <a:lnTo>
                  <a:pt x="13423" y="8241"/>
                </a:lnTo>
                <a:lnTo>
                  <a:pt x="13423" y="7781"/>
                </a:lnTo>
                <a:close/>
                <a:moveTo>
                  <a:pt x="9601" y="8653"/>
                </a:moveTo>
                <a:cubicBezTo>
                  <a:pt x="9601" y="8653"/>
                  <a:pt x="9495" y="9835"/>
                  <a:pt x="9460" y="10134"/>
                </a:cubicBezTo>
                <a:cubicBezTo>
                  <a:pt x="9433" y="10367"/>
                  <a:pt x="9387" y="10387"/>
                  <a:pt x="9341" y="10387"/>
                </a:cubicBezTo>
                <a:lnTo>
                  <a:pt x="9314" y="10387"/>
                </a:lnTo>
                <a:lnTo>
                  <a:pt x="9314" y="11344"/>
                </a:lnTo>
                <a:lnTo>
                  <a:pt x="9481" y="11344"/>
                </a:lnTo>
                <a:cubicBezTo>
                  <a:pt x="9626" y="11316"/>
                  <a:pt x="9709" y="10930"/>
                  <a:pt x="9751" y="10444"/>
                </a:cubicBezTo>
                <a:cubicBezTo>
                  <a:pt x="9792" y="9960"/>
                  <a:pt x="9892" y="8653"/>
                  <a:pt x="9892" y="8653"/>
                </a:cubicBezTo>
                <a:lnTo>
                  <a:pt x="9601" y="8653"/>
                </a:lnTo>
                <a:close/>
                <a:moveTo>
                  <a:pt x="2303" y="9066"/>
                </a:moveTo>
                <a:cubicBezTo>
                  <a:pt x="2387" y="9066"/>
                  <a:pt x="2471" y="9066"/>
                  <a:pt x="2555" y="9066"/>
                </a:cubicBezTo>
                <a:cubicBezTo>
                  <a:pt x="2555" y="9939"/>
                  <a:pt x="2555" y="10807"/>
                  <a:pt x="2555" y="11681"/>
                </a:cubicBezTo>
                <a:cubicBezTo>
                  <a:pt x="2555" y="11940"/>
                  <a:pt x="2520" y="12185"/>
                  <a:pt x="2467" y="12337"/>
                </a:cubicBezTo>
                <a:cubicBezTo>
                  <a:pt x="2422" y="12472"/>
                  <a:pt x="2364" y="12540"/>
                  <a:pt x="2307" y="12544"/>
                </a:cubicBezTo>
                <a:cubicBezTo>
                  <a:pt x="2281" y="12544"/>
                  <a:pt x="2255" y="12544"/>
                  <a:pt x="2229" y="12544"/>
                </a:cubicBezTo>
                <a:cubicBezTo>
                  <a:pt x="2229" y="12389"/>
                  <a:pt x="2229" y="12239"/>
                  <a:pt x="2229" y="12084"/>
                </a:cubicBezTo>
                <a:cubicBezTo>
                  <a:pt x="2255" y="12084"/>
                  <a:pt x="2281" y="12084"/>
                  <a:pt x="2307" y="12084"/>
                </a:cubicBezTo>
                <a:cubicBezTo>
                  <a:pt x="2348" y="12080"/>
                  <a:pt x="2390" y="12000"/>
                  <a:pt x="2410" y="11859"/>
                </a:cubicBezTo>
                <a:cubicBezTo>
                  <a:pt x="2424" y="11771"/>
                  <a:pt x="2422" y="11660"/>
                  <a:pt x="2422" y="11559"/>
                </a:cubicBezTo>
                <a:cubicBezTo>
                  <a:pt x="2395" y="11559"/>
                  <a:pt x="2370" y="11559"/>
                  <a:pt x="2343" y="11559"/>
                </a:cubicBezTo>
                <a:cubicBezTo>
                  <a:pt x="2313" y="11559"/>
                  <a:pt x="2281" y="11566"/>
                  <a:pt x="2252" y="11522"/>
                </a:cubicBezTo>
                <a:cubicBezTo>
                  <a:pt x="2196" y="11446"/>
                  <a:pt x="2155" y="11230"/>
                  <a:pt x="2155" y="10997"/>
                </a:cubicBezTo>
                <a:cubicBezTo>
                  <a:pt x="2155" y="10547"/>
                  <a:pt x="2155" y="10097"/>
                  <a:pt x="2155" y="9647"/>
                </a:cubicBezTo>
                <a:cubicBezTo>
                  <a:pt x="2155" y="9498"/>
                  <a:pt x="2169" y="9350"/>
                  <a:pt x="2195" y="9244"/>
                </a:cubicBezTo>
                <a:cubicBezTo>
                  <a:pt x="2222" y="9131"/>
                  <a:pt x="2263" y="9066"/>
                  <a:pt x="2303" y="9066"/>
                </a:cubicBezTo>
                <a:close/>
                <a:moveTo>
                  <a:pt x="2644" y="9066"/>
                </a:moveTo>
                <a:cubicBezTo>
                  <a:pt x="2816" y="9066"/>
                  <a:pt x="2989" y="9066"/>
                  <a:pt x="3161" y="9066"/>
                </a:cubicBezTo>
                <a:cubicBezTo>
                  <a:pt x="3200" y="9066"/>
                  <a:pt x="3237" y="9121"/>
                  <a:pt x="3264" y="9225"/>
                </a:cubicBezTo>
                <a:cubicBezTo>
                  <a:pt x="3292" y="9333"/>
                  <a:pt x="3310" y="9492"/>
                  <a:pt x="3309" y="9647"/>
                </a:cubicBezTo>
                <a:cubicBezTo>
                  <a:pt x="3309" y="10286"/>
                  <a:pt x="3309" y="10921"/>
                  <a:pt x="3309" y="11559"/>
                </a:cubicBezTo>
                <a:cubicBezTo>
                  <a:pt x="3265" y="11559"/>
                  <a:pt x="3220" y="11559"/>
                  <a:pt x="3176" y="11559"/>
                </a:cubicBezTo>
                <a:cubicBezTo>
                  <a:pt x="3176" y="10941"/>
                  <a:pt x="3176" y="10322"/>
                  <a:pt x="3176" y="9703"/>
                </a:cubicBezTo>
                <a:cubicBezTo>
                  <a:pt x="3176" y="9609"/>
                  <a:pt x="3154" y="9521"/>
                  <a:pt x="3130" y="9525"/>
                </a:cubicBezTo>
                <a:cubicBezTo>
                  <a:pt x="3101" y="9525"/>
                  <a:pt x="3071" y="9525"/>
                  <a:pt x="3042" y="9525"/>
                </a:cubicBezTo>
                <a:cubicBezTo>
                  <a:pt x="3042" y="10202"/>
                  <a:pt x="3042" y="10882"/>
                  <a:pt x="3042" y="11559"/>
                </a:cubicBezTo>
                <a:cubicBezTo>
                  <a:pt x="2998" y="11559"/>
                  <a:pt x="2953" y="11559"/>
                  <a:pt x="2909" y="11559"/>
                </a:cubicBezTo>
                <a:cubicBezTo>
                  <a:pt x="2909" y="10882"/>
                  <a:pt x="2909" y="10202"/>
                  <a:pt x="2909" y="9525"/>
                </a:cubicBezTo>
                <a:cubicBezTo>
                  <a:pt x="2864" y="9525"/>
                  <a:pt x="2822" y="9525"/>
                  <a:pt x="2777" y="9525"/>
                </a:cubicBezTo>
                <a:cubicBezTo>
                  <a:pt x="2777" y="10202"/>
                  <a:pt x="2777" y="10882"/>
                  <a:pt x="2777" y="11559"/>
                </a:cubicBezTo>
                <a:lnTo>
                  <a:pt x="2644" y="11559"/>
                </a:lnTo>
                <a:cubicBezTo>
                  <a:pt x="2644" y="10728"/>
                  <a:pt x="2644" y="9897"/>
                  <a:pt x="2644" y="9066"/>
                </a:cubicBezTo>
                <a:close/>
                <a:moveTo>
                  <a:pt x="2331" y="9525"/>
                </a:moveTo>
                <a:cubicBezTo>
                  <a:pt x="2308" y="9525"/>
                  <a:pt x="2287" y="9603"/>
                  <a:pt x="2288" y="9694"/>
                </a:cubicBezTo>
                <a:lnTo>
                  <a:pt x="2288" y="9703"/>
                </a:lnTo>
                <a:cubicBezTo>
                  <a:pt x="2288" y="10109"/>
                  <a:pt x="2288" y="10509"/>
                  <a:pt x="2288" y="10912"/>
                </a:cubicBezTo>
                <a:cubicBezTo>
                  <a:pt x="2287" y="11003"/>
                  <a:pt x="2308" y="11089"/>
                  <a:pt x="2331" y="11091"/>
                </a:cubicBezTo>
                <a:cubicBezTo>
                  <a:pt x="2361" y="11091"/>
                  <a:pt x="2391" y="11091"/>
                  <a:pt x="2422" y="11091"/>
                </a:cubicBezTo>
                <a:cubicBezTo>
                  <a:pt x="2422" y="10568"/>
                  <a:pt x="2422" y="10049"/>
                  <a:pt x="2422" y="9525"/>
                </a:cubicBezTo>
                <a:cubicBezTo>
                  <a:pt x="2392" y="9525"/>
                  <a:pt x="2361" y="9525"/>
                  <a:pt x="2331" y="9525"/>
                </a:cubicBezTo>
                <a:close/>
                <a:moveTo>
                  <a:pt x="4412" y="10078"/>
                </a:moveTo>
                <a:cubicBezTo>
                  <a:pt x="4404" y="10078"/>
                  <a:pt x="4400" y="10081"/>
                  <a:pt x="4397" y="10087"/>
                </a:cubicBezTo>
                <a:cubicBezTo>
                  <a:pt x="4392" y="10098"/>
                  <a:pt x="4391" y="10124"/>
                  <a:pt x="4392" y="10144"/>
                </a:cubicBezTo>
                <a:cubicBezTo>
                  <a:pt x="4393" y="10152"/>
                  <a:pt x="4393" y="10160"/>
                  <a:pt x="4395" y="10172"/>
                </a:cubicBezTo>
                <a:cubicBezTo>
                  <a:pt x="4410" y="10266"/>
                  <a:pt x="4495" y="10781"/>
                  <a:pt x="4500" y="10809"/>
                </a:cubicBezTo>
                <a:cubicBezTo>
                  <a:pt x="4505" y="10840"/>
                  <a:pt x="4512" y="10880"/>
                  <a:pt x="4519" y="10912"/>
                </a:cubicBezTo>
                <a:cubicBezTo>
                  <a:pt x="4529" y="10955"/>
                  <a:pt x="4536" y="10977"/>
                  <a:pt x="4548" y="10997"/>
                </a:cubicBezTo>
                <a:cubicBezTo>
                  <a:pt x="4560" y="11019"/>
                  <a:pt x="4578" y="11032"/>
                  <a:pt x="4605" y="11034"/>
                </a:cubicBezTo>
                <a:cubicBezTo>
                  <a:pt x="4620" y="11034"/>
                  <a:pt x="4641" y="11044"/>
                  <a:pt x="4662" y="11044"/>
                </a:cubicBezTo>
                <a:cubicBezTo>
                  <a:pt x="4734" y="11044"/>
                  <a:pt x="4981" y="11044"/>
                  <a:pt x="5046" y="11044"/>
                </a:cubicBezTo>
                <a:cubicBezTo>
                  <a:pt x="5059" y="11044"/>
                  <a:pt x="5060" y="11044"/>
                  <a:pt x="5070" y="11044"/>
                </a:cubicBezTo>
                <a:cubicBezTo>
                  <a:pt x="5095" y="11048"/>
                  <a:pt x="5113" y="11105"/>
                  <a:pt x="5115" y="11203"/>
                </a:cubicBezTo>
                <a:cubicBezTo>
                  <a:pt x="5116" y="11233"/>
                  <a:pt x="5115" y="11281"/>
                  <a:pt x="5115" y="11297"/>
                </a:cubicBezTo>
                <a:cubicBezTo>
                  <a:pt x="5115" y="11347"/>
                  <a:pt x="5114" y="11397"/>
                  <a:pt x="5113" y="11447"/>
                </a:cubicBezTo>
                <a:cubicBezTo>
                  <a:pt x="5046" y="16641"/>
                  <a:pt x="3953" y="20775"/>
                  <a:pt x="2615" y="20775"/>
                </a:cubicBezTo>
                <a:cubicBezTo>
                  <a:pt x="1409" y="20775"/>
                  <a:pt x="402" y="17420"/>
                  <a:pt x="165" y="12956"/>
                </a:cubicBezTo>
                <a:lnTo>
                  <a:pt x="38" y="12956"/>
                </a:lnTo>
                <a:cubicBezTo>
                  <a:pt x="73" y="13621"/>
                  <a:pt x="122" y="14263"/>
                  <a:pt x="186" y="14878"/>
                </a:cubicBezTo>
                <a:cubicBezTo>
                  <a:pt x="596" y="18821"/>
                  <a:pt x="1583" y="21600"/>
                  <a:pt x="2734" y="21600"/>
                </a:cubicBezTo>
                <a:cubicBezTo>
                  <a:pt x="3695" y="21600"/>
                  <a:pt x="4540" y="19669"/>
                  <a:pt x="5032" y="16734"/>
                </a:cubicBezTo>
                <a:cubicBezTo>
                  <a:pt x="5291" y="15149"/>
                  <a:pt x="5447" y="13275"/>
                  <a:pt x="5464" y="11269"/>
                </a:cubicBezTo>
                <a:cubicBezTo>
                  <a:pt x="5465" y="11148"/>
                  <a:pt x="5465" y="10821"/>
                  <a:pt x="5461" y="10622"/>
                </a:cubicBezTo>
                <a:lnTo>
                  <a:pt x="5459" y="10631"/>
                </a:lnTo>
                <a:cubicBezTo>
                  <a:pt x="5456" y="10483"/>
                  <a:pt x="5456" y="10318"/>
                  <a:pt x="5426" y="10209"/>
                </a:cubicBezTo>
                <a:cubicBezTo>
                  <a:pt x="5400" y="10117"/>
                  <a:pt x="5369" y="10107"/>
                  <a:pt x="5335" y="10097"/>
                </a:cubicBezTo>
                <a:cubicBezTo>
                  <a:pt x="5303" y="10089"/>
                  <a:pt x="5240" y="10078"/>
                  <a:pt x="5211" y="10078"/>
                </a:cubicBezTo>
                <a:lnTo>
                  <a:pt x="4412" y="10078"/>
                </a:lnTo>
                <a:close/>
                <a:moveTo>
                  <a:pt x="2644" y="12084"/>
                </a:moveTo>
                <a:cubicBezTo>
                  <a:pt x="2860" y="12084"/>
                  <a:pt x="3076" y="12084"/>
                  <a:pt x="3293" y="12084"/>
                </a:cubicBezTo>
                <a:cubicBezTo>
                  <a:pt x="3293" y="12239"/>
                  <a:pt x="3293" y="12389"/>
                  <a:pt x="3293" y="12544"/>
                </a:cubicBezTo>
                <a:cubicBezTo>
                  <a:pt x="3076" y="12544"/>
                  <a:pt x="2860" y="12544"/>
                  <a:pt x="2644" y="12544"/>
                </a:cubicBezTo>
                <a:cubicBezTo>
                  <a:pt x="2644" y="12389"/>
                  <a:pt x="2644" y="12239"/>
                  <a:pt x="2644" y="12084"/>
                </a:cubicBezTo>
                <a:close/>
                <a:moveTo>
                  <a:pt x="15654" y="14166"/>
                </a:moveTo>
                <a:lnTo>
                  <a:pt x="15957" y="18366"/>
                </a:lnTo>
                <a:lnTo>
                  <a:pt x="16353" y="18366"/>
                </a:lnTo>
                <a:lnTo>
                  <a:pt x="16503" y="16275"/>
                </a:lnTo>
                <a:lnTo>
                  <a:pt x="16653" y="18366"/>
                </a:lnTo>
                <a:lnTo>
                  <a:pt x="17056" y="18366"/>
                </a:lnTo>
                <a:lnTo>
                  <a:pt x="17359" y="14166"/>
                </a:lnTo>
                <a:lnTo>
                  <a:pt x="17071" y="14166"/>
                </a:lnTo>
                <a:lnTo>
                  <a:pt x="16835" y="17437"/>
                </a:lnTo>
                <a:lnTo>
                  <a:pt x="16627" y="14550"/>
                </a:lnTo>
                <a:lnTo>
                  <a:pt x="16656" y="14166"/>
                </a:lnTo>
                <a:lnTo>
                  <a:pt x="16424" y="14166"/>
                </a:lnTo>
                <a:lnTo>
                  <a:pt x="16183" y="17522"/>
                </a:lnTo>
                <a:lnTo>
                  <a:pt x="15942" y="14166"/>
                </a:lnTo>
                <a:lnTo>
                  <a:pt x="15654" y="14166"/>
                </a:lnTo>
                <a:close/>
                <a:moveTo>
                  <a:pt x="11478" y="14175"/>
                </a:moveTo>
                <a:cubicBezTo>
                  <a:pt x="11376" y="14175"/>
                  <a:pt x="11248" y="14182"/>
                  <a:pt x="11147" y="14381"/>
                </a:cubicBezTo>
                <a:cubicBezTo>
                  <a:pt x="11046" y="14580"/>
                  <a:pt x="10984" y="14981"/>
                  <a:pt x="10984" y="15412"/>
                </a:cubicBezTo>
                <a:cubicBezTo>
                  <a:pt x="10984" y="15844"/>
                  <a:pt x="11050" y="16183"/>
                  <a:pt x="11120" y="16350"/>
                </a:cubicBezTo>
                <a:cubicBezTo>
                  <a:pt x="11191" y="16517"/>
                  <a:pt x="11290" y="16584"/>
                  <a:pt x="11361" y="16584"/>
                </a:cubicBezTo>
                <a:lnTo>
                  <a:pt x="11719" y="16584"/>
                </a:lnTo>
                <a:cubicBezTo>
                  <a:pt x="11796" y="16584"/>
                  <a:pt x="11845" y="16643"/>
                  <a:pt x="11882" y="16725"/>
                </a:cubicBezTo>
                <a:cubicBezTo>
                  <a:pt x="11918" y="16805"/>
                  <a:pt x="11936" y="16947"/>
                  <a:pt x="11936" y="17109"/>
                </a:cubicBezTo>
                <a:cubicBezTo>
                  <a:pt x="11936" y="17272"/>
                  <a:pt x="11918" y="17409"/>
                  <a:pt x="11879" y="17503"/>
                </a:cubicBezTo>
                <a:cubicBezTo>
                  <a:pt x="11840" y="17598"/>
                  <a:pt x="11768" y="17616"/>
                  <a:pt x="11705" y="17616"/>
                </a:cubicBezTo>
                <a:lnTo>
                  <a:pt x="10982" y="17616"/>
                </a:lnTo>
                <a:lnTo>
                  <a:pt x="10982" y="18356"/>
                </a:lnTo>
                <a:lnTo>
                  <a:pt x="11779" y="18356"/>
                </a:lnTo>
                <a:cubicBezTo>
                  <a:pt x="12056" y="18356"/>
                  <a:pt x="12268" y="18106"/>
                  <a:pt x="12268" y="17128"/>
                </a:cubicBezTo>
                <a:cubicBezTo>
                  <a:pt x="12268" y="16150"/>
                  <a:pt x="12059" y="15844"/>
                  <a:pt x="11791" y="15844"/>
                </a:cubicBezTo>
                <a:lnTo>
                  <a:pt x="11486" y="15844"/>
                </a:lnTo>
                <a:cubicBezTo>
                  <a:pt x="11403" y="15844"/>
                  <a:pt x="11287" y="15809"/>
                  <a:pt x="11287" y="15375"/>
                </a:cubicBezTo>
                <a:cubicBezTo>
                  <a:pt x="11287" y="14941"/>
                  <a:pt x="11397" y="14916"/>
                  <a:pt x="11481" y="14916"/>
                </a:cubicBezTo>
                <a:lnTo>
                  <a:pt x="12113" y="14916"/>
                </a:lnTo>
                <a:lnTo>
                  <a:pt x="12230" y="14175"/>
                </a:lnTo>
                <a:lnTo>
                  <a:pt x="11478" y="14175"/>
                </a:lnTo>
                <a:close/>
                <a:moveTo>
                  <a:pt x="13160" y="14175"/>
                </a:moveTo>
                <a:cubicBezTo>
                  <a:pt x="12872" y="14175"/>
                  <a:pt x="12471" y="14360"/>
                  <a:pt x="12471" y="16284"/>
                </a:cubicBezTo>
                <a:cubicBezTo>
                  <a:pt x="12471" y="18209"/>
                  <a:pt x="12891" y="18356"/>
                  <a:pt x="13024" y="18356"/>
                </a:cubicBezTo>
                <a:lnTo>
                  <a:pt x="13688" y="18356"/>
                </a:lnTo>
                <a:lnTo>
                  <a:pt x="13688" y="16547"/>
                </a:lnTo>
                <a:lnTo>
                  <a:pt x="13468" y="16547"/>
                </a:lnTo>
                <a:lnTo>
                  <a:pt x="13468" y="17616"/>
                </a:lnTo>
                <a:lnTo>
                  <a:pt x="13191" y="17616"/>
                </a:lnTo>
                <a:cubicBezTo>
                  <a:pt x="12916" y="17616"/>
                  <a:pt x="12802" y="17228"/>
                  <a:pt x="12802" y="16200"/>
                </a:cubicBezTo>
                <a:cubicBezTo>
                  <a:pt x="12802" y="15172"/>
                  <a:pt x="12968" y="14925"/>
                  <a:pt x="13196" y="14925"/>
                </a:cubicBezTo>
                <a:lnTo>
                  <a:pt x="13614" y="14925"/>
                </a:lnTo>
                <a:lnTo>
                  <a:pt x="13728" y="14175"/>
                </a:lnTo>
                <a:lnTo>
                  <a:pt x="13160" y="14175"/>
                </a:lnTo>
                <a:close/>
                <a:moveTo>
                  <a:pt x="13967" y="14175"/>
                </a:moveTo>
                <a:lnTo>
                  <a:pt x="13967" y="18356"/>
                </a:lnTo>
                <a:lnTo>
                  <a:pt x="14253" y="18356"/>
                </a:lnTo>
                <a:lnTo>
                  <a:pt x="14253" y="15544"/>
                </a:lnTo>
                <a:lnTo>
                  <a:pt x="14561" y="17616"/>
                </a:lnTo>
                <a:lnTo>
                  <a:pt x="14838" y="17616"/>
                </a:lnTo>
                <a:lnTo>
                  <a:pt x="15145" y="15544"/>
                </a:lnTo>
                <a:lnTo>
                  <a:pt x="15145" y="18356"/>
                </a:lnTo>
                <a:lnTo>
                  <a:pt x="15432" y="18356"/>
                </a:lnTo>
                <a:lnTo>
                  <a:pt x="15432" y="14175"/>
                </a:lnTo>
                <a:lnTo>
                  <a:pt x="15076" y="14175"/>
                </a:lnTo>
                <a:lnTo>
                  <a:pt x="14699" y="16594"/>
                </a:lnTo>
                <a:lnTo>
                  <a:pt x="14322" y="14175"/>
                </a:lnTo>
                <a:lnTo>
                  <a:pt x="13967" y="14175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3883987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封面半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标题文本"/>
          <p:cNvSpPr txBox="1">
            <a:spLocks noGrp="1"/>
          </p:cNvSpPr>
          <p:nvPr>
            <p:ph type="title"/>
          </p:nvPr>
        </p:nvSpPr>
        <p:spPr>
          <a:xfrm>
            <a:off x="733990" y="3818251"/>
            <a:ext cx="7620001" cy="635002"/>
          </a:xfrm>
          <a:prstGeom prst="rect">
            <a:avLst/>
          </a:prstGeom>
        </p:spPr>
        <p:txBody>
          <a:bodyPr/>
          <a:lstStyle>
            <a:lvl1pPr>
              <a:defRPr sz="3600" cap="none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3" name="date"/>
          <p:cNvSpPr txBox="1">
            <a:spLocks noGrp="1"/>
          </p:cNvSpPr>
          <p:nvPr>
            <p:ph type="body" sz="quarter" idx="21"/>
          </p:nvPr>
        </p:nvSpPr>
        <p:spPr>
          <a:xfrm>
            <a:off x="733990" y="4538384"/>
            <a:ext cx="7620001" cy="291420"/>
          </a:xfrm>
          <a:prstGeom prst="rect">
            <a:avLst/>
          </a:prstGeom>
        </p:spPr>
        <p:txBody>
          <a:bodyPr/>
          <a:lstStyle/>
          <a:p>
            <a:pPr lvl="0" defTabSz="1219200">
              <a:lnSpc>
                <a:spcPct val="80000"/>
              </a:lnSpc>
              <a:spcBef>
                <a:spcPts val="0"/>
              </a:spcBef>
              <a:defRPr>
                <a:latin typeface="+mj-lt"/>
                <a:ea typeface="+mj-ea"/>
                <a:cs typeface="+mj-cs"/>
                <a:sym typeface="微软雅黑" panose="020B0503020204020204" charset="-122"/>
              </a:defRPr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35" name="文本占位符 2"/>
          <p:cNvSpPr>
            <a:spLocks noGrp="1"/>
          </p:cNvSpPr>
          <p:nvPr>
            <p:ph type="body" sz="quarter" idx="22" hasCustomPrompt="1"/>
          </p:nvPr>
        </p:nvSpPr>
        <p:spPr>
          <a:xfrm>
            <a:off x="730117" y="6299927"/>
            <a:ext cx="7620001" cy="127002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微软雅黑 Light" panose="020B0502040204020203" charset="-122"/>
                <a:ea typeface="微软雅黑 Light" panose="020B0502040204020203" charset="-122"/>
              </a:defRPr>
            </a:lvl1pPr>
          </a:lstStyle>
          <a:p>
            <a:pPr>
              <a:spcBef>
                <a:spcPts val="700"/>
              </a:spcBef>
              <a:defRPr sz="700">
                <a:solidFill>
                  <a:srgbClr val="5E666F"/>
                </a:solidFill>
                <a:latin typeface="+mn-lt"/>
                <a:ea typeface="+mn-ea"/>
                <a:cs typeface="+mn-cs"/>
                <a:sym typeface="Arial" panose="020B0604020202090204"/>
              </a:defRPr>
            </a:pPr>
            <a:r>
              <a:rPr lang="zh-CN" altLang="en-US" dirty="0">
                <a:latin typeface="+mj-lt"/>
                <a:ea typeface="+mj-ea"/>
                <a:cs typeface="+mj-cs"/>
                <a:sym typeface="微软雅黑" panose="020B0503020204020204" charset="-122"/>
              </a:rPr>
              <a:t>演示文稿主题文本｜版本</a:t>
            </a:r>
            <a:endParaRPr dirty="0">
              <a:latin typeface="+mj-lt"/>
              <a:ea typeface="+mj-ea"/>
              <a:cs typeface="+mj-cs"/>
              <a:sym typeface="微软雅黑" panose="020B0503020204020204" charset="-122"/>
            </a:endParaRPr>
          </a:p>
        </p:txBody>
      </p:sp>
      <p:sp>
        <p:nvSpPr>
          <p:cNvPr id="36" name="文本占位符 2"/>
          <p:cNvSpPr/>
          <p:nvPr/>
        </p:nvSpPr>
        <p:spPr>
          <a:xfrm>
            <a:off x="10161652" y="6228114"/>
            <a:ext cx="1299861" cy="26231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>
            <a:lvl1pPr algn="r">
              <a:lnSpc>
                <a:spcPct val="100000"/>
              </a:lnSpc>
              <a:defRPr sz="1000" cap="none" spc="50">
                <a:solidFill>
                  <a:srgbClr val="030F15"/>
                </a:solidFill>
                <a:latin typeface="+mn-lt"/>
                <a:ea typeface="+mn-ea"/>
                <a:cs typeface="+mn-cs"/>
                <a:sym typeface="Arial" panose="020B0604020202090204"/>
              </a:defRPr>
            </a:lvl1pPr>
          </a:lstStyle>
          <a:p>
            <a:r>
              <a:t>sgmw.com.cn</a:t>
            </a:r>
          </a:p>
        </p:txBody>
      </p:sp>
      <p:sp>
        <p:nvSpPr>
          <p:cNvPr id="37" name="圆角矩形"/>
          <p:cNvSpPr/>
          <p:nvPr/>
        </p:nvSpPr>
        <p:spPr>
          <a:xfrm>
            <a:off x="726558" y="6150408"/>
            <a:ext cx="10738885" cy="31751"/>
          </a:xfrm>
          <a:prstGeom prst="roundRect">
            <a:avLst>
              <a:gd name="adj" fmla="val 50000"/>
            </a:avLst>
          </a:prstGeom>
          <a:gradFill>
            <a:gsLst>
              <a:gs pos="39000">
                <a:schemeClr val="accent1"/>
              </a:gs>
              <a:gs pos="100000">
                <a:schemeClr val="accent3"/>
              </a:gs>
            </a:gsLst>
            <a:lin ang="162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endParaRPr/>
          </a:p>
        </p:txBody>
      </p:sp>
      <p:sp>
        <p:nvSpPr>
          <p:cNvPr id="10" name="矩形"/>
          <p:cNvSpPr/>
          <p:nvPr/>
        </p:nvSpPr>
        <p:spPr>
          <a:xfrm>
            <a:off x="0" y="0"/>
            <a:ext cx="12192000" cy="3441700"/>
          </a:xfrm>
          <a:prstGeom prst="rect">
            <a:avLst/>
          </a:prstGeom>
          <a:gradFill>
            <a:gsLst>
              <a:gs pos="0">
                <a:schemeClr val="accent3"/>
              </a:gs>
              <a:gs pos="87000">
                <a:schemeClr val="accent1"/>
              </a:gs>
            </a:gsLst>
            <a:lin ang="162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>
              <a:spcBef>
                <a:spcPts val="1000"/>
              </a:spcBef>
              <a:defRPr sz="1400" cap="none">
                <a:solidFill>
                  <a:srgbClr val="26282A"/>
                </a:solidFill>
              </a:defRPr>
            </a:pPr>
            <a:endParaRPr/>
          </a:p>
        </p:txBody>
      </p:sp>
      <p:sp>
        <p:nvSpPr>
          <p:cNvPr id="11" name="形状"/>
          <p:cNvSpPr/>
          <p:nvPr/>
        </p:nvSpPr>
        <p:spPr>
          <a:xfrm>
            <a:off x="746865" y="458192"/>
            <a:ext cx="1796509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2730" y="0"/>
                </a:moveTo>
                <a:cubicBezTo>
                  <a:pt x="1769" y="0"/>
                  <a:pt x="924" y="1940"/>
                  <a:pt x="432" y="4875"/>
                </a:cubicBezTo>
                <a:cubicBezTo>
                  <a:pt x="173" y="6460"/>
                  <a:pt x="17" y="8325"/>
                  <a:pt x="0" y="10331"/>
                </a:cubicBezTo>
                <a:cubicBezTo>
                  <a:pt x="-1" y="10452"/>
                  <a:pt x="-1" y="10779"/>
                  <a:pt x="3" y="10978"/>
                </a:cubicBezTo>
                <a:cubicBezTo>
                  <a:pt x="5" y="11127"/>
                  <a:pt x="6" y="11292"/>
                  <a:pt x="36" y="11400"/>
                </a:cubicBezTo>
                <a:cubicBezTo>
                  <a:pt x="62" y="11492"/>
                  <a:pt x="93" y="11502"/>
                  <a:pt x="127" y="11512"/>
                </a:cubicBezTo>
                <a:lnTo>
                  <a:pt x="129" y="11512"/>
                </a:lnTo>
                <a:cubicBezTo>
                  <a:pt x="161" y="11521"/>
                  <a:pt x="223" y="11522"/>
                  <a:pt x="253" y="11522"/>
                </a:cubicBezTo>
                <a:lnTo>
                  <a:pt x="1052" y="11522"/>
                </a:lnTo>
                <a:cubicBezTo>
                  <a:pt x="1060" y="11522"/>
                  <a:pt x="1064" y="11519"/>
                  <a:pt x="1067" y="11512"/>
                </a:cubicBezTo>
                <a:cubicBezTo>
                  <a:pt x="1072" y="11502"/>
                  <a:pt x="1073" y="11486"/>
                  <a:pt x="1071" y="11466"/>
                </a:cubicBezTo>
                <a:cubicBezTo>
                  <a:pt x="1071" y="11458"/>
                  <a:pt x="1071" y="11450"/>
                  <a:pt x="1069" y="11437"/>
                </a:cubicBezTo>
                <a:cubicBezTo>
                  <a:pt x="1054" y="11343"/>
                  <a:pt x="969" y="10819"/>
                  <a:pt x="964" y="10791"/>
                </a:cubicBezTo>
                <a:cubicBezTo>
                  <a:pt x="959" y="10760"/>
                  <a:pt x="952" y="10729"/>
                  <a:pt x="945" y="10697"/>
                </a:cubicBezTo>
                <a:cubicBezTo>
                  <a:pt x="935" y="10655"/>
                  <a:pt x="928" y="10623"/>
                  <a:pt x="916" y="10603"/>
                </a:cubicBezTo>
                <a:cubicBezTo>
                  <a:pt x="904" y="10581"/>
                  <a:pt x="886" y="10568"/>
                  <a:pt x="859" y="10566"/>
                </a:cubicBezTo>
                <a:cubicBezTo>
                  <a:pt x="844" y="10566"/>
                  <a:pt x="823" y="10566"/>
                  <a:pt x="802" y="10566"/>
                </a:cubicBezTo>
                <a:cubicBezTo>
                  <a:pt x="730" y="10566"/>
                  <a:pt x="483" y="10566"/>
                  <a:pt x="418" y="10566"/>
                </a:cubicBezTo>
                <a:cubicBezTo>
                  <a:pt x="404" y="10566"/>
                  <a:pt x="404" y="10566"/>
                  <a:pt x="394" y="10566"/>
                </a:cubicBezTo>
                <a:cubicBezTo>
                  <a:pt x="369" y="10562"/>
                  <a:pt x="351" y="10495"/>
                  <a:pt x="349" y="10397"/>
                </a:cubicBezTo>
                <a:cubicBezTo>
                  <a:pt x="348" y="10367"/>
                  <a:pt x="349" y="10329"/>
                  <a:pt x="349" y="10312"/>
                </a:cubicBezTo>
                <a:cubicBezTo>
                  <a:pt x="349" y="10262"/>
                  <a:pt x="350" y="10203"/>
                  <a:pt x="351" y="10153"/>
                </a:cubicBezTo>
                <a:cubicBezTo>
                  <a:pt x="418" y="4959"/>
                  <a:pt x="1511" y="834"/>
                  <a:pt x="2849" y="834"/>
                </a:cubicBezTo>
                <a:cubicBezTo>
                  <a:pt x="4055" y="834"/>
                  <a:pt x="5062" y="4180"/>
                  <a:pt x="5299" y="8644"/>
                </a:cubicBezTo>
                <a:lnTo>
                  <a:pt x="5426" y="8644"/>
                </a:lnTo>
                <a:cubicBezTo>
                  <a:pt x="5391" y="7979"/>
                  <a:pt x="5342" y="7337"/>
                  <a:pt x="5278" y="6722"/>
                </a:cubicBezTo>
                <a:cubicBezTo>
                  <a:pt x="4868" y="2779"/>
                  <a:pt x="3881" y="0"/>
                  <a:pt x="2730" y="0"/>
                </a:cubicBezTo>
                <a:close/>
                <a:moveTo>
                  <a:pt x="2734" y="1434"/>
                </a:moveTo>
                <a:cubicBezTo>
                  <a:pt x="2686" y="1434"/>
                  <a:pt x="2637" y="1506"/>
                  <a:pt x="2598" y="1669"/>
                </a:cubicBezTo>
                <a:cubicBezTo>
                  <a:pt x="2574" y="1771"/>
                  <a:pt x="2548" y="1900"/>
                  <a:pt x="2532" y="1997"/>
                </a:cubicBezTo>
                <a:cubicBezTo>
                  <a:pt x="2515" y="2091"/>
                  <a:pt x="2509" y="2128"/>
                  <a:pt x="2477" y="2325"/>
                </a:cubicBezTo>
                <a:cubicBezTo>
                  <a:pt x="2405" y="2767"/>
                  <a:pt x="1658" y="7373"/>
                  <a:pt x="1568" y="7931"/>
                </a:cubicBezTo>
                <a:cubicBezTo>
                  <a:pt x="1391" y="9024"/>
                  <a:pt x="1321" y="9445"/>
                  <a:pt x="1250" y="10003"/>
                </a:cubicBezTo>
                <a:cubicBezTo>
                  <a:pt x="1187" y="10507"/>
                  <a:pt x="1187" y="11093"/>
                  <a:pt x="1248" y="11587"/>
                </a:cubicBezTo>
                <a:cubicBezTo>
                  <a:pt x="1310" y="12092"/>
                  <a:pt x="1387" y="12563"/>
                  <a:pt x="1570" y="13687"/>
                </a:cubicBezTo>
                <a:cubicBezTo>
                  <a:pt x="1576" y="13722"/>
                  <a:pt x="2276" y="18034"/>
                  <a:pt x="2477" y="19275"/>
                </a:cubicBezTo>
                <a:cubicBezTo>
                  <a:pt x="2510" y="19480"/>
                  <a:pt x="2505" y="19463"/>
                  <a:pt x="2529" y="19603"/>
                </a:cubicBezTo>
                <a:cubicBezTo>
                  <a:pt x="2554" y="19744"/>
                  <a:pt x="2572" y="19835"/>
                  <a:pt x="2596" y="19931"/>
                </a:cubicBezTo>
                <a:cubicBezTo>
                  <a:pt x="2631" y="20072"/>
                  <a:pt x="2678" y="20166"/>
                  <a:pt x="2730" y="20166"/>
                </a:cubicBezTo>
                <a:cubicBezTo>
                  <a:pt x="2778" y="20166"/>
                  <a:pt x="2827" y="20094"/>
                  <a:pt x="2866" y="19931"/>
                </a:cubicBezTo>
                <a:cubicBezTo>
                  <a:pt x="2890" y="19829"/>
                  <a:pt x="2913" y="19700"/>
                  <a:pt x="2930" y="19603"/>
                </a:cubicBezTo>
                <a:cubicBezTo>
                  <a:pt x="2946" y="19509"/>
                  <a:pt x="2953" y="19472"/>
                  <a:pt x="2985" y="19275"/>
                </a:cubicBezTo>
                <a:cubicBezTo>
                  <a:pt x="3056" y="18833"/>
                  <a:pt x="3806" y="14227"/>
                  <a:pt x="3896" y="13669"/>
                </a:cubicBezTo>
                <a:cubicBezTo>
                  <a:pt x="4073" y="12576"/>
                  <a:pt x="4143" y="12155"/>
                  <a:pt x="4214" y="11597"/>
                </a:cubicBezTo>
                <a:cubicBezTo>
                  <a:pt x="4277" y="11093"/>
                  <a:pt x="4277" y="10516"/>
                  <a:pt x="4216" y="10022"/>
                </a:cubicBezTo>
                <a:cubicBezTo>
                  <a:pt x="4154" y="9518"/>
                  <a:pt x="4077" y="9047"/>
                  <a:pt x="3894" y="7922"/>
                </a:cubicBezTo>
                <a:cubicBezTo>
                  <a:pt x="3888" y="7888"/>
                  <a:pt x="3188" y="3566"/>
                  <a:pt x="2987" y="2325"/>
                </a:cubicBezTo>
                <a:cubicBezTo>
                  <a:pt x="2954" y="2120"/>
                  <a:pt x="2956" y="2137"/>
                  <a:pt x="2932" y="1997"/>
                </a:cubicBezTo>
                <a:cubicBezTo>
                  <a:pt x="2908" y="1856"/>
                  <a:pt x="2892" y="1765"/>
                  <a:pt x="2868" y="1669"/>
                </a:cubicBezTo>
                <a:cubicBezTo>
                  <a:pt x="2833" y="1528"/>
                  <a:pt x="2785" y="1434"/>
                  <a:pt x="2734" y="1434"/>
                </a:cubicBezTo>
                <a:close/>
                <a:moveTo>
                  <a:pt x="7504" y="4312"/>
                </a:moveTo>
                <a:lnTo>
                  <a:pt x="7504" y="10387"/>
                </a:lnTo>
                <a:lnTo>
                  <a:pt x="6571" y="10387"/>
                </a:lnTo>
                <a:lnTo>
                  <a:pt x="6571" y="11344"/>
                </a:lnTo>
                <a:lnTo>
                  <a:pt x="9088" y="11344"/>
                </a:lnTo>
                <a:lnTo>
                  <a:pt x="9088" y="10387"/>
                </a:lnTo>
                <a:lnTo>
                  <a:pt x="7878" y="10387"/>
                </a:lnTo>
                <a:lnTo>
                  <a:pt x="7878" y="7134"/>
                </a:lnTo>
                <a:lnTo>
                  <a:pt x="8902" y="7134"/>
                </a:lnTo>
                <a:lnTo>
                  <a:pt x="8902" y="6178"/>
                </a:lnTo>
                <a:lnTo>
                  <a:pt x="7878" y="6178"/>
                </a:lnTo>
                <a:lnTo>
                  <a:pt x="7878" y="4312"/>
                </a:lnTo>
                <a:lnTo>
                  <a:pt x="7504" y="4312"/>
                </a:lnTo>
                <a:close/>
                <a:moveTo>
                  <a:pt x="9372" y="4312"/>
                </a:moveTo>
                <a:cubicBezTo>
                  <a:pt x="9372" y="4312"/>
                  <a:pt x="9444" y="5222"/>
                  <a:pt x="9470" y="5419"/>
                </a:cubicBezTo>
                <a:cubicBezTo>
                  <a:pt x="9495" y="5616"/>
                  <a:pt x="9541" y="5878"/>
                  <a:pt x="9708" y="5878"/>
                </a:cubicBezTo>
                <a:lnTo>
                  <a:pt x="9866" y="5878"/>
                </a:lnTo>
                <a:lnTo>
                  <a:pt x="9866" y="5109"/>
                </a:lnTo>
                <a:lnTo>
                  <a:pt x="9801" y="5109"/>
                </a:lnTo>
                <a:cubicBezTo>
                  <a:pt x="9755" y="5109"/>
                  <a:pt x="9728" y="5072"/>
                  <a:pt x="9710" y="4931"/>
                </a:cubicBezTo>
                <a:cubicBezTo>
                  <a:pt x="9694" y="4791"/>
                  <a:pt x="9648" y="4313"/>
                  <a:pt x="9648" y="4312"/>
                </a:cubicBezTo>
                <a:lnTo>
                  <a:pt x="9372" y="4312"/>
                </a:lnTo>
                <a:close/>
                <a:moveTo>
                  <a:pt x="10336" y="4312"/>
                </a:moveTo>
                <a:cubicBezTo>
                  <a:pt x="10252" y="4935"/>
                  <a:pt x="10199" y="5109"/>
                  <a:pt x="10016" y="5109"/>
                </a:cubicBezTo>
                <a:lnTo>
                  <a:pt x="10016" y="5869"/>
                </a:lnTo>
                <a:cubicBezTo>
                  <a:pt x="10247" y="5869"/>
                  <a:pt x="10382" y="5827"/>
                  <a:pt x="10488" y="5559"/>
                </a:cubicBezTo>
                <a:lnTo>
                  <a:pt x="11500" y="5559"/>
                </a:lnTo>
                <a:lnTo>
                  <a:pt x="11500" y="4716"/>
                </a:lnTo>
                <a:lnTo>
                  <a:pt x="10674" y="4716"/>
                </a:lnTo>
                <a:cubicBezTo>
                  <a:pt x="10693" y="4593"/>
                  <a:pt x="10712" y="4461"/>
                  <a:pt x="10732" y="4312"/>
                </a:cubicBezTo>
                <a:lnTo>
                  <a:pt x="10336" y="4312"/>
                </a:lnTo>
                <a:close/>
                <a:moveTo>
                  <a:pt x="11870" y="4312"/>
                </a:moveTo>
                <a:cubicBezTo>
                  <a:pt x="11870" y="4312"/>
                  <a:pt x="11942" y="5222"/>
                  <a:pt x="11967" y="5419"/>
                </a:cubicBezTo>
                <a:cubicBezTo>
                  <a:pt x="11993" y="5616"/>
                  <a:pt x="12039" y="5888"/>
                  <a:pt x="12204" y="5887"/>
                </a:cubicBezTo>
                <a:lnTo>
                  <a:pt x="12361" y="5887"/>
                </a:lnTo>
                <a:lnTo>
                  <a:pt x="12361" y="5109"/>
                </a:lnTo>
                <a:lnTo>
                  <a:pt x="12297" y="5109"/>
                </a:lnTo>
                <a:cubicBezTo>
                  <a:pt x="12251" y="5109"/>
                  <a:pt x="12225" y="5072"/>
                  <a:pt x="12208" y="4931"/>
                </a:cubicBezTo>
                <a:cubicBezTo>
                  <a:pt x="12192" y="4791"/>
                  <a:pt x="12144" y="4313"/>
                  <a:pt x="12144" y="4312"/>
                </a:cubicBezTo>
                <a:lnTo>
                  <a:pt x="11870" y="4312"/>
                </a:lnTo>
                <a:close/>
                <a:moveTo>
                  <a:pt x="19662" y="4312"/>
                </a:moveTo>
                <a:lnTo>
                  <a:pt x="19662" y="4631"/>
                </a:lnTo>
                <a:lnTo>
                  <a:pt x="19397" y="4631"/>
                </a:lnTo>
                <a:lnTo>
                  <a:pt x="19397" y="5297"/>
                </a:lnTo>
                <a:lnTo>
                  <a:pt x="19662" y="5297"/>
                </a:lnTo>
                <a:lnTo>
                  <a:pt x="19662" y="5578"/>
                </a:lnTo>
                <a:lnTo>
                  <a:pt x="20008" y="5578"/>
                </a:lnTo>
                <a:lnTo>
                  <a:pt x="20008" y="5297"/>
                </a:lnTo>
                <a:lnTo>
                  <a:pt x="20988" y="5297"/>
                </a:lnTo>
                <a:lnTo>
                  <a:pt x="20988" y="5578"/>
                </a:lnTo>
                <a:lnTo>
                  <a:pt x="21334" y="5578"/>
                </a:lnTo>
                <a:lnTo>
                  <a:pt x="21334" y="5297"/>
                </a:lnTo>
                <a:lnTo>
                  <a:pt x="21599" y="5297"/>
                </a:lnTo>
                <a:lnTo>
                  <a:pt x="21599" y="4631"/>
                </a:lnTo>
                <a:lnTo>
                  <a:pt x="21334" y="4631"/>
                </a:lnTo>
                <a:lnTo>
                  <a:pt x="21334" y="4312"/>
                </a:lnTo>
                <a:lnTo>
                  <a:pt x="20988" y="4312"/>
                </a:lnTo>
                <a:lnTo>
                  <a:pt x="20988" y="4631"/>
                </a:lnTo>
                <a:lnTo>
                  <a:pt x="20008" y="4631"/>
                </a:lnTo>
                <a:lnTo>
                  <a:pt x="20008" y="4312"/>
                </a:lnTo>
                <a:lnTo>
                  <a:pt x="19662" y="4312"/>
                </a:lnTo>
                <a:close/>
                <a:moveTo>
                  <a:pt x="12542" y="4425"/>
                </a:moveTo>
                <a:lnTo>
                  <a:pt x="12542" y="5325"/>
                </a:lnTo>
                <a:lnTo>
                  <a:pt x="13518" y="5325"/>
                </a:lnTo>
                <a:cubicBezTo>
                  <a:pt x="13444" y="5532"/>
                  <a:pt x="13369" y="5737"/>
                  <a:pt x="13294" y="5944"/>
                </a:cubicBezTo>
                <a:lnTo>
                  <a:pt x="13146" y="5944"/>
                </a:lnTo>
                <a:cubicBezTo>
                  <a:pt x="13124" y="5797"/>
                  <a:pt x="13101" y="5650"/>
                  <a:pt x="13079" y="5503"/>
                </a:cubicBezTo>
                <a:lnTo>
                  <a:pt x="12690" y="5503"/>
                </a:lnTo>
                <a:cubicBezTo>
                  <a:pt x="12712" y="5652"/>
                  <a:pt x="12736" y="5797"/>
                  <a:pt x="12757" y="5944"/>
                </a:cubicBezTo>
                <a:lnTo>
                  <a:pt x="12499" y="5944"/>
                </a:lnTo>
                <a:lnTo>
                  <a:pt x="12499" y="10087"/>
                </a:lnTo>
                <a:lnTo>
                  <a:pt x="12788" y="10087"/>
                </a:lnTo>
                <a:lnTo>
                  <a:pt x="12788" y="8934"/>
                </a:lnTo>
                <a:lnTo>
                  <a:pt x="13134" y="8934"/>
                </a:lnTo>
                <a:lnTo>
                  <a:pt x="13134" y="10087"/>
                </a:lnTo>
                <a:lnTo>
                  <a:pt x="13423" y="10087"/>
                </a:lnTo>
                <a:lnTo>
                  <a:pt x="13423" y="8934"/>
                </a:lnTo>
                <a:lnTo>
                  <a:pt x="13766" y="8934"/>
                </a:lnTo>
                <a:lnTo>
                  <a:pt x="13766" y="9394"/>
                </a:lnTo>
                <a:lnTo>
                  <a:pt x="13609" y="9394"/>
                </a:lnTo>
                <a:lnTo>
                  <a:pt x="13609" y="10087"/>
                </a:lnTo>
                <a:lnTo>
                  <a:pt x="13888" y="10087"/>
                </a:lnTo>
                <a:cubicBezTo>
                  <a:pt x="13979" y="10087"/>
                  <a:pt x="14053" y="9731"/>
                  <a:pt x="14053" y="9291"/>
                </a:cubicBezTo>
                <a:lnTo>
                  <a:pt x="14053" y="5944"/>
                </a:lnTo>
                <a:lnTo>
                  <a:pt x="13790" y="5944"/>
                </a:lnTo>
                <a:cubicBezTo>
                  <a:pt x="13864" y="5737"/>
                  <a:pt x="13937" y="5532"/>
                  <a:pt x="14012" y="5325"/>
                </a:cubicBezTo>
                <a:lnTo>
                  <a:pt x="14012" y="4425"/>
                </a:lnTo>
                <a:lnTo>
                  <a:pt x="12542" y="4425"/>
                </a:lnTo>
                <a:close/>
                <a:moveTo>
                  <a:pt x="14516" y="4425"/>
                </a:moveTo>
                <a:lnTo>
                  <a:pt x="14516" y="10031"/>
                </a:lnTo>
                <a:cubicBezTo>
                  <a:pt x="14516" y="10459"/>
                  <a:pt x="14526" y="11058"/>
                  <a:pt x="14449" y="11353"/>
                </a:cubicBezTo>
                <a:lnTo>
                  <a:pt x="14759" y="11353"/>
                </a:lnTo>
                <a:cubicBezTo>
                  <a:pt x="14829" y="11076"/>
                  <a:pt x="14826" y="10384"/>
                  <a:pt x="14826" y="9956"/>
                </a:cubicBezTo>
                <a:lnTo>
                  <a:pt x="14826" y="9019"/>
                </a:lnTo>
                <a:lnTo>
                  <a:pt x="15401" y="9019"/>
                </a:lnTo>
                <a:lnTo>
                  <a:pt x="15401" y="11353"/>
                </a:lnTo>
                <a:lnTo>
                  <a:pt x="15711" y="11353"/>
                </a:lnTo>
                <a:lnTo>
                  <a:pt x="15711" y="9019"/>
                </a:lnTo>
                <a:lnTo>
                  <a:pt x="16281" y="9019"/>
                </a:lnTo>
                <a:lnTo>
                  <a:pt x="16281" y="10078"/>
                </a:lnTo>
                <a:cubicBezTo>
                  <a:pt x="16281" y="10309"/>
                  <a:pt x="16246" y="10462"/>
                  <a:pt x="16166" y="10462"/>
                </a:cubicBezTo>
                <a:lnTo>
                  <a:pt x="16078" y="10462"/>
                </a:lnTo>
                <a:lnTo>
                  <a:pt x="16078" y="11353"/>
                </a:lnTo>
                <a:lnTo>
                  <a:pt x="16336" y="11353"/>
                </a:lnTo>
                <a:cubicBezTo>
                  <a:pt x="16543" y="11353"/>
                  <a:pt x="16601" y="10649"/>
                  <a:pt x="16601" y="10209"/>
                </a:cubicBezTo>
                <a:lnTo>
                  <a:pt x="16601" y="4425"/>
                </a:lnTo>
                <a:lnTo>
                  <a:pt x="14516" y="4425"/>
                </a:lnTo>
                <a:close/>
                <a:moveTo>
                  <a:pt x="16932" y="4425"/>
                </a:moveTo>
                <a:lnTo>
                  <a:pt x="16932" y="5325"/>
                </a:lnTo>
                <a:lnTo>
                  <a:pt x="17541" y="5325"/>
                </a:lnTo>
                <a:lnTo>
                  <a:pt x="17462" y="6816"/>
                </a:lnTo>
                <a:lnTo>
                  <a:pt x="16997" y="6816"/>
                </a:lnTo>
                <a:lnTo>
                  <a:pt x="16997" y="7716"/>
                </a:lnTo>
                <a:lnTo>
                  <a:pt x="17414" y="7716"/>
                </a:lnTo>
                <a:lnTo>
                  <a:pt x="17271" y="10444"/>
                </a:lnTo>
                <a:lnTo>
                  <a:pt x="16897" y="10444"/>
                </a:lnTo>
                <a:lnTo>
                  <a:pt x="16897" y="11344"/>
                </a:lnTo>
                <a:lnTo>
                  <a:pt x="19099" y="11344"/>
                </a:lnTo>
                <a:lnTo>
                  <a:pt x="19099" y="10444"/>
                </a:lnTo>
                <a:lnTo>
                  <a:pt x="18946" y="10444"/>
                </a:lnTo>
                <a:lnTo>
                  <a:pt x="18946" y="6816"/>
                </a:lnTo>
                <a:lnTo>
                  <a:pt x="17813" y="6816"/>
                </a:lnTo>
                <a:lnTo>
                  <a:pt x="17891" y="5325"/>
                </a:lnTo>
                <a:lnTo>
                  <a:pt x="19063" y="5325"/>
                </a:lnTo>
                <a:lnTo>
                  <a:pt x="19063" y="4425"/>
                </a:lnTo>
                <a:lnTo>
                  <a:pt x="16932" y="4425"/>
                </a:lnTo>
                <a:close/>
                <a:moveTo>
                  <a:pt x="14826" y="5325"/>
                </a:moveTo>
                <a:lnTo>
                  <a:pt x="15401" y="5325"/>
                </a:lnTo>
                <a:lnTo>
                  <a:pt x="15401" y="6291"/>
                </a:lnTo>
                <a:lnTo>
                  <a:pt x="14826" y="6291"/>
                </a:lnTo>
                <a:lnTo>
                  <a:pt x="14826" y="5325"/>
                </a:lnTo>
                <a:close/>
                <a:moveTo>
                  <a:pt x="15711" y="5325"/>
                </a:moveTo>
                <a:lnTo>
                  <a:pt x="16281" y="5325"/>
                </a:lnTo>
                <a:lnTo>
                  <a:pt x="16281" y="6291"/>
                </a:lnTo>
                <a:lnTo>
                  <a:pt x="15711" y="6291"/>
                </a:lnTo>
                <a:lnTo>
                  <a:pt x="15711" y="5325"/>
                </a:lnTo>
                <a:close/>
                <a:moveTo>
                  <a:pt x="20325" y="5559"/>
                </a:moveTo>
                <a:lnTo>
                  <a:pt x="20325" y="5841"/>
                </a:lnTo>
                <a:lnTo>
                  <a:pt x="19468" y="5841"/>
                </a:lnTo>
                <a:lnTo>
                  <a:pt x="19468" y="6459"/>
                </a:lnTo>
                <a:lnTo>
                  <a:pt x="20325" y="6459"/>
                </a:lnTo>
                <a:lnTo>
                  <a:pt x="20325" y="6769"/>
                </a:lnTo>
                <a:lnTo>
                  <a:pt x="19397" y="6769"/>
                </a:lnTo>
                <a:lnTo>
                  <a:pt x="19397" y="7387"/>
                </a:lnTo>
                <a:lnTo>
                  <a:pt x="20110" y="7387"/>
                </a:lnTo>
                <a:cubicBezTo>
                  <a:pt x="20095" y="7490"/>
                  <a:pt x="20079" y="7598"/>
                  <a:pt x="20070" y="7650"/>
                </a:cubicBezTo>
                <a:cubicBezTo>
                  <a:pt x="20050" y="7758"/>
                  <a:pt x="20019" y="7791"/>
                  <a:pt x="19967" y="7791"/>
                </a:cubicBezTo>
                <a:lnTo>
                  <a:pt x="19397" y="7791"/>
                </a:lnTo>
                <a:lnTo>
                  <a:pt x="19397" y="8381"/>
                </a:lnTo>
                <a:lnTo>
                  <a:pt x="19726" y="8381"/>
                </a:lnTo>
                <a:cubicBezTo>
                  <a:pt x="19711" y="8484"/>
                  <a:pt x="19677" y="8728"/>
                  <a:pt x="19662" y="8812"/>
                </a:cubicBezTo>
                <a:cubicBezTo>
                  <a:pt x="19642" y="8921"/>
                  <a:pt x="19611" y="8953"/>
                  <a:pt x="19559" y="8953"/>
                </a:cubicBezTo>
                <a:lnTo>
                  <a:pt x="19397" y="8953"/>
                </a:lnTo>
                <a:lnTo>
                  <a:pt x="19397" y="9534"/>
                </a:lnTo>
                <a:lnTo>
                  <a:pt x="19666" y="9534"/>
                </a:lnTo>
                <a:cubicBezTo>
                  <a:pt x="19807" y="9534"/>
                  <a:pt x="19869" y="9428"/>
                  <a:pt x="19905" y="9309"/>
                </a:cubicBezTo>
                <a:lnTo>
                  <a:pt x="20869" y="9309"/>
                </a:lnTo>
                <a:lnTo>
                  <a:pt x="20490" y="9928"/>
                </a:lnTo>
                <a:lnTo>
                  <a:pt x="20361" y="9722"/>
                </a:lnTo>
                <a:lnTo>
                  <a:pt x="19743" y="9722"/>
                </a:lnTo>
                <a:lnTo>
                  <a:pt x="20177" y="10434"/>
                </a:lnTo>
                <a:lnTo>
                  <a:pt x="20070" y="10603"/>
                </a:lnTo>
                <a:cubicBezTo>
                  <a:pt x="20027" y="10671"/>
                  <a:pt x="19982" y="10706"/>
                  <a:pt x="19936" y="10706"/>
                </a:cubicBezTo>
                <a:lnTo>
                  <a:pt x="19397" y="10706"/>
                </a:lnTo>
                <a:lnTo>
                  <a:pt x="19397" y="11344"/>
                </a:lnTo>
                <a:lnTo>
                  <a:pt x="20175" y="11344"/>
                </a:lnTo>
                <a:cubicBezTo>
                  <a:pt x="20242" y="11344"/>
                  <a:pt x="20310" y="11294"/>
                  <a:pt x="20373" y="11194"/>
                </a:cubicBezTo>
                <a:lnTo>
                  <a:pt x="20506" y="10969"/>
                </a:lnTo>
                <a:lnTo>
                  <a:pt x="20640" y="11194"/>
                </a:lnTo>
                <a:cubicBezTo>
                  <a:pt x="20703" y="11296"/>
                  <a:pt x="20770" y="11344"/>
                  <a:pt x="20838" y="11344"/>
                </a:cubicBezTo>
                <a:lnTo>
                  <a:pt x="21599" y="11344"/>
                </a:lnTo>
                <a:lnTo>
                  <a:pt x="21599" y="10706"/>
                </a:lnTo>
                <a:lnTo>
                  <a:pt x="21062" y="10706"/>
                </a:lnTo>
                <a:cubicBezTo>
                  <a:pt x="21018" y="10706"/>
                  <a:pt x="20974" y="10677"/>
                  <a:pt x="20933" y="10612"/>
                </a:cubicBezTo>
                <a:lnTo>
                  <a:pt x="20828" y="10453"/>
                </a:lnTo>
                <a:lnTo>
                  <a:pt x="21527" y="9319"/>
                </a:lnTo>
                <a:lnTo>
                  <a:pt x="21527" y="8691"/>
                </a:lnTo>
                <a:lnTo>
                  <a:pt x="20003" y="8691"/>
                </a:lnTo>
                <a:cubicBezTo>
                  <a:pt x="20019" y="8564"/>
                  <a:pt x="20031" y="8453"/>
                  <a:pt x="20039" y="8391"/>
                </a:cubicBezTo>
                <a:lnTo>
                  <a:pt x="20086" y="8391"/>
                </a:lnTo>
                <a:cubicBezTo>
                  <a:pt x="20275" y="8391"/>
                  <a:pt x="20327" y="8185"/>
                  <a:pt x="20356" y="8034"/>
                </a:cubicBezTo>
                <a:cubicBezTo>
                  <a:pt x="20374" y="7936"/>
                  <a:pt x="20413" y="7606"/>
                  <a:pt x="20439" y="7387"/>
                </a:cubicBezTo>
                <a:lnTo>
                  <a:pt x="20657" y="7387"/>
                </a:lnTo>
                <a:lnTo>
                  <a:pt x="20657" y="7819"/>
                </a:lnTo>
                <a:cubicBezTo>
                  <a:pt x="20657" y="8142"/>
                  <a:pt x="20736" y="8400"/>
                  <a:pt x="20833" y="8400"/>
                </a:cubicBezTo>
                <a:lnTo>
                  <a:pt x="21599" y="8400"/>
                </a:lnTo>
                <a:lnTo>
                  <a:pt x="21599" y="7800"/>
                </a:lnTo>
                <a:lnTo>
                  <a:pt x="21043" y="7800"/>
                </a:lnTo>
                <a:cubicBezTo>
                  <a:pt x="21011" y="7800"/>
                  <a:pt x="20983" y="7710"/>
                  <a:pt x="20983" y="7603"/>
                </a:cubicBezTo>
                <a:lnTo>
                  <a:pt x="20983" y="7387"/>
                </a:lnTo>
                <a:lnTo>
                  <a:pt x="21599" y="7387"/>
                </a:lnTo>
                <a:lnTo>
                  <a:pt x="21599" y="6769"/>
                </a:lnTo>
                <a:lnTo>
                  <a:pt x="20671" y="6769"/>
                </a:lnTo>
                <a:lnTo>
                  <a:pt x="20671" y="6459"/>
                </a:lnTo>
                <a:lnTo>
                  <a:pt x="21527" y="6459"/>
                </a:lnTo>
                <a:lnTo>
                  <a:pt x="21527" y="5841"/>
                </a:lnTo>
                <a:lnTo>
                  <a:pt x="20671" y="5841"/>
                </a:lnTo>
                <a:lnTo>
                  <a:pt x="20671" y="5559"/>
                </a:lnTo>
                <a:lnTo>
                  <a:pt x="20325" y="5559"/>
                </a:lnTo>
                <a:close/>
                <a:moveTo>
                  <a:pt x="11905" y="6084"/>
                </a:moveTo>
                <a:lnTo>
                  <a:pt x="11905" y="6994"/>
                </a:lnTo>
                <a:lnTo>
                  <a:pt x="12065" y="6994"/>
                </a:lnTo>
                <a:lnTo>
                  <a:pt x="12065" y="9928"/>
                </a:lnTo>
                <a:cubicBezTo>
                  <a:pt x="12065" y="10207"/>
                  <a:pt x="12019" y="10425"/>
                  <a:pt x="11963" y="10425"/>
                </a:cubicBezTo>
                <a:lnTo>
                  <a:pt x="11905" y="10425"/>
                </a:lnTo>
                <a:lnTo>
                  <a:pt x="11905" y="11334"/>
                </a:lnTo>
                <a:lnTo>
                  <a:pt x="12134" y="11334"/>
                </a:lnTo>
                <a:cubicBezTo>
                  <a:pt x="12166" y="11334"/>
                  <a:pt x="12179" y="11329"/>
                  <a:pt x="12211" y="11269"/>
                </a:cubicBezTo>
                <a:cubicBezTo>
                  <a:pt x="12234" y="11217"/>
                  <a:pt x="12256" y="11162"/>
                  <a:pt x="12280" y="11109"/>
                </a:cubicBezTo>
                <a:cubicBezTo>
                  <a:pt x="12299" y="11158"/>
                  <a:pt x="12318" y="11209"/>
                  <a:pt x="12337" y="11259"/>
                </a:cubicBezTo>
                <a:cubicBezTo>
                  <a:pt x="12369" y="11326"/>
                  <a:pt x="12388" y="11334"/>
                  <a:pt x="12433" y="11334"/>
                </a:cubicBezTo>
                <a:lnTo>
                  <a:pt x="14110" y="11334"/>
                </a:lnTo>
                <a:lnTo>
                  <a:pt x="14110" y="10425"/>
                </a:lnTo>
                <a:lnTo>
                  <a:pt x="12457" y="10425"/>
                </a:lnTo>
                <a:cubicBezTo>
                  <a:pt x="12400" y="10425"/>
                  <a:pt x="12354" y="10205"/>
                  <a:pt x="12354" y="9928"/>
                </a:cubicBezTo>
                <a:lnTo>
                  <a:pt x="12354" y="6084"/>
                </a:lnTo>
                <a:lnTo>
                  <a:pt x="11905" y="6084"/>
                </a:lnTo>
                <a:close/>
                <a:moveTo>
                  <a:pt x="10016" y="6244"/>
                </a:moveTo>
                <a:lnTo>
                  <a:pt x="10016" y="7134"/>
                </a:lnTo>
                <a:lnTo>
                  <a:pt x="11400" y="7134"/>
                </a:lnTo>
                <a:lnTo>
                  <a:pt x="11400" y="6244"/>
                </a:lnTo>
                <a:lnTo>
                  <a:pt x="10016" y="6244"/>
                </a:lnTo>
                <a:close/>
                <a:moveTo>
                  <a:pt x="9310" y="6291"/>
                </a:moveTo>
                <a:cubicBezTo>
                  <a:pt x="9310" y="6291"/>
                  <a:pt x="9382" y="7200"/>
                  <a:pt x="9407" y="7397"/>
                </a:cubicBezTo>
                <a:cubicBezTo>
                  <a:pt x="9433" y="7594"/>
                  <a:pt x="9479" y="7856"/>
                  <a:pt x="9646" y="7856"/>
                </a:cubicBezTo>
                <a:lnTo>
                  <a:pt x="9866" y="7856"/>
                </a:lnTo>
                <a:lnTo>
                  <a:pt x="9866" y="7087"/>
                </a:lnTo>
                <a:lnTo>
                  <a:pt x="9739" y="7087"/>
                </a:lnTo>
                <a:cubicBezTo>
                  <a:pt x="9693" y="7087"/>
                  <a:pt x="9668" y="7041"/>
                  <a:pt x="9651" y="6900"/>
                </a:cubicBezTo>
                <a:cubicBezTo>
                  <a:pt x="9634" y="6759"/>
                  <a:pt x="9586" y="6291"/>
                  <a:pt x="9586" y="6291"/>
                </a:cubicBezTo>
                <a:lnTo>
                  <a:pt x="9310" y="6291"/>
                </a:lnTo>
                <a:close/>
                <a:moveTo>
                  <a:pt x="12788" y="6647"/>
                </a:moveTo>
                <a:lnTo>
                  <a:pt x="13134" y="6647"/>
                </a:lnTo>
                <a:lnTo>
                  <a:pt x="13134" y="7087"/>
                </a:lnTo>
                <a:lnTo>
                  <a:pt x="12788" y="7087"/>
                </a:lnTo>
                <a:lnTo>
                  <a:pt x="12788" y="6647"/>
                </a:lnTo>
                <a:close/>
                <a:moveTo>
                  <a:pt x="13423" y="6647"/>
                </a:moveTo>
                <a:lnTo>
                  <a:pt x="13766" y="6647"/>
                </a:lnTo>
                <a:lnTo>
                  <a:pt x="13766" y="7087"/>
                </a:lnTo>
                <a:lnTo>
                  <a:pt x="13423" y="7087"/>
                </a:lnTo>
                <a:lnTo>
                  <a:pt x="13423" y="6647"/>
                </a:lnTo>
                <a:close/>
                <a:moveTo>
                  <a:pt x="14826" y="7181"/>
                </a:moveTo>
                <a:lnTo>
                  <a:pt x="15401" y="7181"/>
                </a:lnTo>
                <a:lnTo>
                  <a:pt x="15401" y="8119"/>
                </a:lnTo>
                <a:lnTo>
                  <a:pt x="14826" y="8119"/>
                </a:lnTo>
                <a:lnTo>
                  <a:pt x="14826" y="7181"/>
                </a:lnTo>
                <a:close/>
                <a:moveTo>
                  <a:pt x="15711" y="7181"/>
                </a:moveTo>
                <a:lnTo>
                  <a:pt x="16281" y="7181"/>
                </a:lnTo>
                <a:lnTo>
                  <a:pt x="16281" y="8119"/>
                </a:lnTo>
                <a:lnTo>
                  <a:pt x="15711" y="8119"/>
                </a:lnTo>
                <a:lnTo>
                  <a:pt x="15711" y="7181"/>
                </a:lnTo>
                <a:close/>
                <a:moveTo>
                  <a:pt x="2040" y="7200"/>
                </a:moveTo>
                <a:lnTo>
                  <a:pt x="3421" y="7200"/>
                </a:lnTo>
                <a:cubicBezTo>
                  <a:pt x="3474" y="7212"/>
                  <a:pt x="3527" y="7296"/>
                  <a:pt x="3567" y="7434"/>
                </a:cubicBezTo>
                <a:cubicBezTo>
                  <a:pt x="3616" y="7597"/>
                  <a:pt x="3645" y="7840"/>
                  <a:pt x="3648" y="8091"/>
                </a:cubicBezTo>
                <a:lnTo>
                  <a:pt x="3648" y="13519"/>
                </a:lnTo>
                <a:cubicBezTo>
                  <a:pt x="3645" y="13738"/>
                  <a:pt x="3622" y="13951"/>
                  <a:pt x="3584" y="14109"/>
                </a:cubicBezTo>
                <a:cubicBezTo>
                  <a:pt x="3542" y="14286"/>
                  <a:pt x="3485" y="14388"/>
                  <a:pt x="3424" y="14400"/>
                </a:cubicBezTo>
                <a:lnTo>
                  <a:pt x="2040" y="14400"/>
                </a:lnTo>
                <a:cubicBezTo>
                  <a:pt x="1983" y="14388"/>
                  <a:pt x="1928" y="14304"/>
                  <a:pt x="1887" y="14147"/>
                </a:cubicBezTo>
                <a:cubicBezTo>
                  <a:pt x="1844" y="13984"/>
                  <a:pt x="1819" y="13752"/>
                  <a:pt x="1816" y="13519"/>
                </a:cubicBezTo>
                <a:lnTo>
                  <a:pt x="1816" y="8091"/>
                </a:lnTo>
                <a:cubicBezTo>
                  <a:pt x="1819" y="7852"/>
                  <a:pt x="1845" y="7616"/>
                  <a:pt x="1890" y="7453"/>
                </a:cubicBezTo>
                <a:cubicBezTo>
                  <a:pt x="1930" y="7302"/>
                  <a:pt x="1985" y="7214"/>
                  <a:pt x="2040" y="7200"/>
                </a:cubicBezTo>
                <a:close/>
                <a:moveTo>
                  <a:pt x="2042" y="7669"/>
                </a:moveTo>
                <a:cubicBezTo>
                  <a:pt x="2001" y="7681"/>
                  <a:pt x="1962" y="7783"/>
                  <a:pt x="1945" y="7931"/>
                </a:cubicBezTo>
                <a:cubicBezTo>
                  <a:pt x="1937" y="7994"/>
                  <a:pt x="1933" y="8069"/>
                  <a:pt x="1933" y="8137"/>
                </a:cubicBezTo>
                <a:cubicBezTo>
                  <a:pt x="1933" y="9919"/>
                  <a:pt x="1933" y="11699"/>
                  <a:pt x="1933" y="13481"/>
                </a:cubicBezTo>
                <a:cubicBezTo>
                  <a:pt x="1933" y="13692"/>
                  <a:pt x="1975" y="13891"/>
                  <a:pt x="2028" y="13931"/>
                </a:cubicBezTo>
                <a:cubicBezTo>
                  <a:pt x="2044" y="13945"/>
                  <a:pt x="2060" y="13939"/>
                  <a:pt x="2076" y="13941"/>
                </a:cubicBezTo>
                <a:lnTo>
                  <a:pt x="3410" y="13941"/>
                </a:lnTo>
                <a:cubicBezTo>
                  <a:pt x="3443" y="13941"/>
                  <a:pt x="3478" y="13887"/>
                  <a:pt x="3500" y="13791"/>
                </a:cubicBezTo>
                <a:cubicBezTo>
                  <a:pt x="3520" y="13706"/>
                  <a:pt x="3531" y="13586"/>
                  <a:pt x="3531" y="13472"/>
                </a:cubicBezTo>
                <a:cubicBezTo>
                  <a:pt x="3531" y="11690"/>
                  <a:pt x="3531" y="9912"/>
                  <a:pt x="3531" y="8128"/>
                </a:cubicBezTo>
                <a:cubicBezTo>
                  <a:pt x="3531" y="7937"/>
                  <a:pt x="3498" y="7759"/>
                  <a:pt x="3452" y="7697"/>
                </a:cubicBezTo>
                <a:cubicBezTo>
                  <a:pt x="3428" y="7661"/>
                  <a:pt x="3401" y="7671"/>
                  <a:pt x="3376" y="7669"/>
                </a:cubicBezTo>
                <a:cubicBezTo>
                  <a:pt x="2931" y="7669"/>
                  <a:pt x="2487" y="7669"/>
                  <a:pt x="2042" y="7669"/>
                </a:cubicBezTo>
                <a:close/>
                <a:moveTo>
                  <a:pt x="17767" y="7716"/>
                </a:moveTo>
                <a:lnTo>
                  <a:pt x="18605" y="7716"/>
                </a:lnTo>
                <a:lnTo>
                  <a:pt x="18605" y="10444"/>
                </a:lnTo>
                <a:lnTo>
                  <a:pt x="17622" y="10444"/>
                </a:lnTo>
                <a:lnTo>
                  <a:pt x="17767" y="7716"/>
                </a:lnTo>
                <a:close/>
                <a:moveTo>
                  <a:pt x="10016" y="7744"/>
                </a:moveTo>
                <a:lnTo>
                  <a:pt x="10016" y="8653"/>
                </a:lnTo>
                <a:lnTo>
                  <a:pt x="11063" y="8653"/>
                </a:lnTo>
                <a:cubicBezTo>
                  <a:pt x="11063" y="9854"/>
                  <a:pt x="11162" y="10557"/>
                  <a:pt x="11290" y="10941"/>
                </a:cubicBezTo>
                <a:cubicBezTo>
                  <a:pt x="11418" y="11324"/>
                  <a:pt x="11600" y="11344"/>
                  <a:pt x="11600" y="11344"/>
                </a:cubicBezTo>
                <a:lnTo>
                  <a:pt x="11600" y="10387"/>
                </a:lnTo>
                <a:cubicBezTo>
                  <a:pt x="11431" y="10088"/>
                  <a:pt x="11395" y="9596"/>
                  <a:pt x="11395" y="8784"/>
                </a:cubicBezTo>
                <a:lnTo>
                  <a:pt x="11395" y="7744"/>
                </a:lnTo>
                <a:lnTo>
                  <a:pt x="10016" y="7744"/>
                </a:lnTo>
                <a:close/>
                <a:moveTo>
                  <a:pt x="12788" y="7781"/>
                </a:moveTo>
                <a:lnTo>
                  <a:pt x="13134" y="7781"/>
                </a:lnTo>
                <a:lnTo>
                  <a:pt x="13134" y="8241"/>
                </a:lnTo>
                <a:lnTo>
                  <a:pt x="12788" y="8241"/>
                </a:lnTo>
                <a:lnTo>
                  <a:pt x="12788" y="7781"/>
                </a:lnTo>
                <a:close/>
                <a:moveTo>
                  <a:pt x="13423" y="7781"/>
                </a:moveTo>
                <a:lnTo>
                  <a:pt x="13766" y="7781"/>
                </a:lnTo>
                <a:lnTo>
                  <a:pt x="13766" y="8241"/>
                </a:lnTo>
                <a:lnTo>
                  <a:pt x="13423" y="8241"/>
                </a:lnTo>
                <a:lnTo>
                  <a:pt x="13423" y="7781"/>
                </a:lnTo>
                <a:close/>
                <a:moveTo>
                  <a:pt x="9601" y="8653"/>
                </a:moveTo>
                <a:cubicBezTo>
                  <a:pt x="9601" y="8653"/>
                  <a:pt x="9495" y="9835"/>
                  <a:pt x="9460" y="10134"/>
                </a:cubicBezTo>
                <a:cubicBezTo>
                  <a:pt x="9433" y="10367"/>
                  <a:pt x="9387" y="10387"/>
                  <a:pt x="9341" y="10387"/>
                </a:cubicBezTo>
                <a:lnTo>
                  <a:pt x="9314" y="10387"/>
                </a:lnTo>
                <a:lnTo>
                  <a:pt x="9314" y="11344"/>
                </a:lnTo>
                <a:lnTo>
                  <a:pt x="9481" y="11344"/>
                </a:lnTo>
                <a:cubicBezTo>
                  <a:pt x="9626" y="11316"/>
                  <a:pt x="9709" y="10930"/>
                  <a:pt x="9751" y="10444"/>
                </a:cubicBezTo>
                <a:cubicBezTo>
                  <a:pt x="9792" y="9960"/>
                  <a:pt x="9892" y="8653"/>
                  <a:pt x="9892" y="8653"/>
                </a:cubicBezTo>
                <a:lnTo>
                  <a:pt x="9601" y="8653"/>
                </a:lnTo>
                <a:close/>
                <a:moveTo>
                  <a:pt x="2303" y="9066"/>
                </a:moveTo>
                <a:cubicBezTo>
                  <a:pt x="2387" y="9066"/>
                  <a:pt x="2471" y="9066"/>
                  <a:pt x="2555" y="9066"/>
                </a:cubicBezTo>
                <a:cubicBezTo>
                  <a:pt x="2555" y="9939"/>
                  <a:pt x="2555" y="10807"/>
                  <a:pt x="2555" y="11681"/>
                </a:cubicBezTo>
                <a:cubicBezTo>
                  <a:pt x="2555" y="11940"/>
                  <a:pt x="2520" y="12185"/>
                  <a:pt x="2467" y="12337"/>
                </a:cubicBezTo>
                <a:cubicBezTo>
                  <a:pt x="2422" y="12472"/>
                  <a:pt x="2364" y="12540"/>
                  <a:pt x="2307" y="12544"/>
                </a:cubicBezTo>
                <a:cubicBezTo>
                  <a:pt x="2281" y="12544"/>
                  <a:pt x="2255" y="12544"/>
                  <a:pt x="2229" y="12544"/>
                </a:cubicBezTo>
                <a:cubicBezTo>
                  <a:pt x="2229" y="12389"/>
                  <a:pt x="2229" y="12239"/>
                  <a:pt x="2229" y="12084"/>
                </a:cubicBezTo>
                <a:cubicBezTo>
                  <a:pt x="2255" y="12084"/>
                  <a:pt x="2281" y="12084"/>
                  <a:pt x="2307" y="12084"/>
                </a:cubicBezTo>
                <a:cubicBezTo>
                  <a:pt x="2348" y="12080"/>
                  <a:pt x="2390" y="12000"/>
                  <a:pt x="2410" y="11859"/>
                </a:cubicBezTo>
                <a:cubicBezTo>
                  <a:pt x="2424" y="11771"/>
                  <a:pt x="2422" y="11660"/>
                  <a:pt x="2422" y="11559"/>
                </a:cubicBezTo>
                <a:cubicBezTo>
                  <a:pt x="2395" y="11559"/>
                  <a:pt x="2370" y="11559"/>
                  <a:pt x="2343" y="11559"/>
                </a:cubicBezTo>
                <a:cubicBezTo>
                  <a:pt x="2313" y="11559"/>
                  <a:pt x="2281" y="11566"/>
                  <a:pt x="2252" y="11522"/>
                </a:cubicBezTo>
                <a:cubicBezTo>
                  <a:pt x="2196" y="11446"/>
                  <a:pt x="2155" y="11230"/>
                  <a:pt x="2155" y="10997"/>
                </a:cubicBezTo>
                <a:cubicBezTo>
                  <a:pt x="2155" y="10547"/>
                  <a:pt x="2155" y="10097"/>
                  <a:pt x="2155" y="9647"/>
                </a:cubicBezTo>
                <a:cubicBezTo>
                  <a:pt x="2155" y="9498"/>
                  <a:pt x="2169" y="9350"/>
                  <a:pt x="2195" y="9244"/>
                </a:cubicBezTo>
                <a:cubicBezTo>
                  <a:pt x="2222" y="9131"/>
                  <a:pt x="2263" y="9066"/>
                  <a:pt x="2303" y="9066"/>
                </a:cubicBezTo>
                <a:close/>
                <a:moveTo>
                  <a:pt x="2644" y="9066"/>
                </a:moveTo>
                <a:cubicBezTo>
                  <a:pt x="2816" y="9066"/>
                  <a:pt x="2989" y="9066"/>
                  <a:pt x="3161" y="9066"/>
                </a:cubicBezTo>
                <a:cubicBezTo>
                  <a:pt x="3200" y="9066"/>
                  <a:pt x="3237" y="9121"/>
                  <a:pt x="3264" y="9225"/>
                </a:cubicBezTo>
                <a:cubicBezTo>
                  <a:pt x="3292" y="9333"/>
                  <a:pt x="3310" y="9492"/>
                  <a:pt x="3309" y="9647"/>
                </a:cubicBezTo>
                <a:cubicBezTo>
                  <a:pt x="3309" y="10286"/>
                  <a:pt x="3309" y="10921"/>
                  <a:pt x="3309" y="11559"/>
                </a:cubicBezTo>
                <a:cubicBezTo>
                  <a:pt x="3265" y="11559"/>
                  <a:pt x="3220" y="11559"/>
                  <a:pt x="3176" y="11559"/>
                </a:cubicBezTo>
                <a:cubicBezTo>
                  <a:pt x="3176" y="10941"/>
                  <a:pt x="3176" y="10322"/>
                  <a:pt x="3176" y="9703"/>
                </a:cubicBezTo>
                <a:cubicBezTo>
                  <a:pt x="3176" y="9609"/>
                  <a:pt x="3154" y="9521"/>
                  <a:pt x="3130" y="9525"/>
                </a:cubicBezTo>
                <a:cubicBezTo>
                  <a:pt x="3101" y="9525"/>
                  <a:pt x="3071" y="9525"/>
                  <a:pt x="3042" y="9525"/>
                </a:cubicBezTo>
                <a:cubicBezTo>
                  <a:pt x="3042" y="10202"/>
                  <a:pt x="3042" y="10882"/>
                  <a:pt x="3042" y="11559"/>
                </a:cubicBezTo>
                <a:cubicBezTo>
                  <a:pt x="2998" y="11559"/>
                  <a:pt x="2953" y="11559"/>
                  <a:pt x="2909" y="11559"/>
                </a:cubicBezTo>
                <a:cubicBezTo>
                  <a:pt x="2909" y="10882"/>
                  <a:pt x="2909" y="10202"/>
                  <a:pt x="2909" y="9525"/>
                </a:cubicBezTo>
                <a:cubicBezTo>
                  <a:pt x="2864" y="9525"/>
                  <a:pt x="2822" y="9525"/>
                  <a:pt x="2777" y="9525"/>
                </a:cubicBezTo>
                <a:cubicBezTo>
                  <a:pt x="2777" y="10202"/>
                  <a:pt x="2777" y="10882"/>
                  <a:pt x="2777" y="11559"/>
                </a:cubicBezTo>
                <a:lnTo>
                  <a:pt x="2644" y="11559"/>
                </a:lnTo>
                <a:cubicBezTo>
                  <a:pt x="2644" y="10728"/>
                  <a:pt x="2644" y="9897"/>
                  <a:pt x="2644" y="9066"/>
                </a:cubicBezTo>
                <a:close/>
                <a:moveTo>
                  <a:pt x="2331" y="9525"/>
                </a:moveTo>
                <a:cubicBezTo>
                  <a:pt x="2308" y="9525"/>
                  <a:pt x="2287" y="9603"/>
                  <a:pt x="2288" y="9694"/>
                </a:cubicBezTo>
                <a:lnTo>
                  <a:pt x="2288" y="9703"/>
                </a:lnTo>
                <a:cubicBezTo>
                  <a:pt x="2288" y="10109"/>
                  <a:pt x="2288" y="10509"/>
                  <a:pt x="2288" y="10912"/>
                </a:cubicBezTo>
                <a:cubicBezTo>
                  <a:pt x="2287" y="11003"/>
                  <a:pt x="2308" y="11089"/>
                  <a:pt x="2331" y="11091"/>
                </a:cubicBezTo>
                <a:cubicBezTo>
                  <a:pt x="2361" y="11091"/>
                  <a:pt x="2391" y="11091"/>
                  <a:pt x="2422" y="11091"/>
                </a:cubicBezTo>
                <a:cubicBezTo>
                  <a:pt x="2422" y="10568"/>
                  <a:pt x="2422" y="10049"/>
                  <a:pt x="2422" y="9525"/>
                </a:cubicBezTo>
                <a:cubicBezTo>
                  <a:pt x="2392" y="9525"/>
                  <a:pt x="2361" y="9525"/>
                  <a:pt x="2331" y="9525"/>
                </a:cubicBezTo>
                <a:close/>
                <a:moveTo>
                  <a:pt x="4412" y="10078"/>
                </a:moveTo>
                <a:cubicBezTo>
                  <a:pt x="4404" y="10078"/>
                  <a:pt x="4400" y="10081"/>
                  <a:pt x="4397" y="10087"/>
                </a:cubicBezTo>
                <a:cubicBezTo>
                  <a:pt x="4392" y="10098"/>
                  <a:pt x="4391" y="10124"/>
                  <a:pt x="4392" y="10144"/>
                </a:cubicBezTo>
                <a:cubicBezTo>
                  <a:pt x="4393" y="10152"/>
                  <a:pt x="4393" y="10160"/>
                  <a:pt x="4395" y="10172"/>
                </a:cubicBezTo>
                <a:cubicBezTo>
                  <a:pt x="4410" y="10266"/>
                  <a:pt x="4495" y="10781"/>
                  <a:pt x="4500" y="10809"/>
                </a:cubicBezTo>
                <a:cubicBezTo>
                  <a:pt x="4505" y="10840"/>
                  <a:pt x="4512" y="10880"/>
                  <a:pt x="4519" y="10912"/>
                </a:cubicBezTo>
                <a:cubicBezTo>
                  <a:pt x="4529" y="10955"/>
                  <a:pt x="4536" y="10977"/>
                  <a:pt x="4548" y="10997"/>
                </a:cubicBezTo>
                <a:cubicBezTo>
                  <a:pt x="4560" y="11019"/>
                  <a:pt x="4578" y="11032"/>
                  <a:pt x="4605" y="11034"/>
                </a:cubicBezTo>
                <a:cubicBezTo>
                  <a:pt x="4620" y="11034"/>
                  <a:pt x="4641" y="11044"/>
                  <a:pt x="4662" y="11044"/>
                </a:cubicBezTo>
                <a:cubicBezTo>
                  <a:pt x="4734" y="11044"/>
                  <a:pt x="4981" y="11044"/>
                  <a:pt x="5046" y="11044"/>
                </a:cubicBezTo>
                <a:cubicBezTo>
                  <a:pt x="5059" y="11044"/>
                  <a:pt x="5060" y="11044"/>
                  <a:pt x="5070" y="11044"/>
                </a:cubicBezTo>
                <a:cubicBezTo>
                  <a:pt x="5095" y="11048"/>
                  <a:pt x="5113" y="11105"/>
                  <a:pt x="5115" y="11203"/>
                </a:cubicBezTo>
                <a:cubicBezTo>
                  <a:pt x="5116" y="11233"/>
                  <a:pt x="5115" y="11281"/>
                  <a:pt x="5115" y="11297"/>
                </a:cubicBezTo>
                <a:cubicBezTo>
                  <a:pt x="5115" y="11347"/>
                  <a:pt x="5114" y="11397"/>
                  <a:pt x="5113" y="11447"/>
                </a:cubicBezTo>
                <a:cubicBezTo>
                  <a:pt x="5046" y="16641"/>
                  <a:pt x="3953" y="20775"/>
                  <a:pt x="2615" y="20775"/>
                </a:cubicBezTo>
                <a:cubicBezTo>
                  <a:pt x="1409" y="20775"/>
                  <a:pt x="402" y="17420"/>
                  <a:pt x="165" y="12956"/>
                </a:cubicBezTo>
                <a:lnTo>
                  <a:pt x="38" y="12956"/>
                </a:lnTo>
                <a:cubicBezTo>
                  <a:pt x="73" y="13621"/>
                  <a:pt x="122" y="14263"/>
                  <a:pt x="186" y="14878"/>
                </a:cubicBezTo>
                <a:cubicBezTo>
                  <a:pt x="596" y="18821"/>
                  <a:pt x="1583" y="21600"/>
                  <a:pt x="2734" y="21600"/>
                </a:cubicBezTo>
                <a:cubicBezTo>
                  <a:pt x="3695" y="21600"/>
                  <a:pt x="4540" y="19669"/>
                  <a:pt x="5032" y="16734"/>
                </a:cubicBezTo>
                <a:cubicBezTo>
                  <a:pt x="5291" y="15149"/>
                  <a:pt x="5447" y="13275"/>
                  <a:pt x="5464" y="11269"/>
                </a:cubicBezTo>
                <a:cubicBezTo>
                  <a:pt x="5465" y="11148"/>
                  <a:pt x="5465" y="10821"/>
                  <a:pt x="5461" y="10622"/>
                </a:cubicBezTo>
                <a:lnTo>
                  <a:pt x="5459" y="10631"/>
                </a:lnTo>
                <a:cubicBezTo>
                  <a:pt x="5456" y="10483"/>
                  <a:pt x="5456" y="10318"/>
                  <a:pt x="5426" y="10209"/>
                </a:cubicBezTo>
                <a:cubicBezTo>
                  <a:pt x="5400" y="10117"/>
                  <a:pt x="5369" y="10107"/>
                  <a:pt x="5335" y="10097"/>
                </a:cubicBezTo>
                <a:cubicBezTo>
                  <a:pt x="5303" y="10089"/>
                  <a:pt x="5240" y="10078"/>
                  <a:pt x="5211" y="10078"/>
                </a:cubicBezTo>
                <a:lnTo>
                  <a:pt x="4412" y="10078"/>
                </a:lnTo>
                <a:close/>
                <a:moveTo>
                  <a:pt x="2644" y="12084"/>
                </a:moveTo>
                <a:cubicBezTo>
                  <a:pt x="2860" y="12084"/>
                  <a:pt x="3076" y="12084"/>
                  <a:pt x="3293" y="12084"/>
                </a:cubicBezTo>
                <a:cubicBezTo>
                  <a:pt x="3293" y="12239"/>
                  <a:pt x="3293" y="12389"/>
                  <a:pt x="3293" y="12544"/>
                </a:cubicBezTo>
                <a:cubicBezTo>
                  <a:pt x="3076" y="12544"/>
                  <a:pt x="2860" y="12544"/>
                  <a:pt x="2644" y="12544"/>
                </a:cubicBezTo>
                <a:cubicBezTo>
                  <a:pt x="2644" y="12389"/>
                  <a:pt x="2644" y="12239"/>
                  <a:pt x="2644" y="12084"/>
                </a:cubicBezTo>
                <a:close/>
                <a:moveTo>
                  <a:pt x="15654" y="14166"/>
                </a:moveTo>
                <a:lnTo>
                  <a:pt x="15957" y="18366"/>
                </a:lnTo>
                <a:lnTo>
                  <a:pt x="16353" y="18366"/>
                </a:lnTo>
                <a:lnTo>
                  <a:pt x="16503" y="16275"/>
                </a:lnTo>
                <a:lnTo>
                  <a:pt x="16653" y="18366"/>
                </a:lnTo>
                <a:lnTo>
                  <a:pt x="17056" y="18366"/>
                </a:lnTo>
                <a:lnTo>
                  <a:pt x="17359" y="14166"/>
                </a:lnTo>
                <a:lnTo>
                  <a:pt x="17071" y="14166"/>
                </a:lnTo>
                <a:lnTo>
                  <a:pt x="16835" y="17437"/>
                </a:lnTo>
                <a:lnTo>
                  <a:pt x="16627" y="14550"/>
                </a:lnTo>
                <a:lnTo>
                  <a:pt x="16656" y="14166"/>
                </a:lnTo>
                <a:lnTo>
                  <a:pt x="16424" y="14166"/>
                </a:lnTo>
                <a:lnTo>
                  <a:pt x="16183" y="17522"/>
                </a:lnTo>
                <a:lnTo>
                  <a:pt x="15942" y="14166"/>
                </a:lnTo>
                <a:lnTo>
                  <a:pt x="15654" y="14166"/>
                </a:lnTo>
                <a:close/>
                <a:moveTo>
                  <a:pt x="11478" y="14175"/>
                </a:moveTo>
                <a:cubicBezTo>
                  <a:pt x="11376" y="14175"/>
                  <a:pt x="11248" y="14182"/>
                  <a:pt x="11147" y="14381"/>
                </a:cubicBezTo>
                <a:cubicBezTo>
                  <a:pt x="11046" y="14580"/>
                  <a:pt x="10984" y="14981"/>
                  <a:pt x="10984" y="15412"/>
                </a:cubicBezTo>
                <a:cubicBezTo>
                  <a:pt x="10984" y="15844"/>
                  <a:pt x="11050" y="16183"/>
                  <a:pt x="11120" y="16350"/>
                </a:cubicBezTo>
                <a:cubicBezTo>
                  <a:pt x="11191" y="16517"/>
                  <a:pt x="11290" y="16584"/>
                  <a:pt x="11361" y="16584"/>
                </a:cubicBezTo>
                <a:lnTo>
                  <a:pt x="11719" y="16584"/>
                </a:lnTo>
                <a:cubicBezTo>
                  <a:pt x="11796" y="16584"/>
                  <a:pt x="11845" y="16643"/>
                  <a:pt x="11882" y="16725"/>
                </a:cubicBezTo>
                <a:cubicBezTo>
                  <a:pt x="11918" y="16805"/>
                  <a:pt x="11936" y="16947"/>
                  <a:pt x="11936" y="17109"/>
                </a:cubicBezTo>
                <a:cubicBezTo>
                  <a:pt x="11936" y="17272"/>
                  <a:pt x="11918" y="17409"/>
                  <a:pt x="11879" y="17503"/>
                </a:cubicBezTo>
                <a:cubicBezTo>
                  <a:pt x="11840" y="17598"/>
                  <a:pt x="11768" y="17616"/>
                  <a:pt x="11705" y="17616"/>
                </a:cubicBezTo>
                <a:lnTo>
                  <a:pt x="10982" y="17616"/>
                </a:lnTo>
                <a:lnTo>
                  <a:pt x="10982" y="18356"/>
                </a:lnTo>
                <a:lnTo>
                  <a:pt x="11779" y="18356"/>
                </a:lnTo>
                <a:cubicBezTo>
                  <a:pt x="12056" y="18356"/>
                  <a:pt x="12268" y="18106"/>
                  <a:pt x="12268" y="17128"/>
                </a:cubicBezTo>
                <a:cubicBezTo>
                  <a:pt x="12268" y="16150"/>
                  <a:pt x="12059" y="15844"/>
                  <a:pt x="11791" y="15844"/>
                </a:cubicBezTo>
                <a:lnTo>
                  <a:pt x="11486" y="15844"/>
                </a:lnTo>
                <a:cubicBezTo>
                  <a:pt x="11403" y="15844"/>
                  <a:pt x="11287" y="15809"/>
                  <a:pt x="11287" y="15375"/>
                </a:cubicBezTo>
                <a:cubicBezTo>
                  <a:pt x="11287" y="14941"/>
                  <a:pt x="11397" y="14916"/>
                  <a:pt x="11481" y="14916"/>
                </a:cubicBezTo>
                <a:lnTo>
                  <a:pt x="12113" y="14916"/>
                </a:lnTo>
                <a:lnTo>
                  <a:pt x="12230" y="14175"/>
                </a:lnTo>
                <a:lnTo>
                  <a:pt x="11478" y="14175"/>
                </a:lnTo>
                <a:close/>
                <a:moveTo>
                  <a:pt x="13160" y="14175"/>
                </a:moveTo>
                <a:cubicBezTo>
                  <a:pt x="12872" y="14175"/>
                  <a:pt x="12471" y="14360"/>
                  <a:pt x="12471" y="16284"/>
                </a:cubicBezTo>
                <a:cubicBezTo>
                  <a:pt x="12471" y="18209"/>
                  <a:pt x="12891" y="18356"/>
                  <a:pt x="13024" y="18356"/>
                </a:cubicBezTo>
                <a:lnTo>
                  <a:pt x="13688" y="18356"/>
                </a:lnTo>
                <a:lnTo>
                  <a:pt x="13688" y="16547"/>
                </a:lnTo>
                <a:lnTo>
                  <a:pt x="13468" y="16547"/>
                </a:lnTo>
                <a:lnTo>
                  <a:pt x="13468" y="17616"/>
                </a:lnTo>
                <a:lnTo>
                  <a:pt x="13191" y="17616"/>
                </a:lnTo>
                <a:cubicBezTo>
                  <a:pt x="12916" y="17616"/>
                  <a:pt x="12802" y="17228"/>
                  <a:pt x="12802" y="16200"/>
                </a:cubicBezTo>
                <a:cubicBezTo>
                  <a:pt x="12802" y="15172"/>
                  <a:pt x="12968" y="14925"/>
                  <a:pt x="13196" y="14925"/>
                </a:cubicBezTo>
                <a:lnTo>
                  <a:pt x="13614" y="14925"/>
                </a:lnTo>
                <a:lnTo>
                  <a:pt x="13728" y="14175"/>
                </a:lnTo>
                <a:lnTo>
                  <a:pt x="13160" y="14175"/>
                </a:lnTo>
                <a:close/>
                <a:moveTo>
                  <a:pt x="13967" y="14175"/>
                </a:moveTo>
                <a:lnTo>
                  <a:pt x="13967" y="18356"/>
                </a:lnTo>
                <a:lnTo>
                  <a:pt x="14253" y="18356"/>
                </a:lnTo>
                <a:lnTo>
                  <a:pt x="14253" y="15544"/>
                </a:lnTo>
                <a:lnTo>
                  <a:pt x="14561" y="17616"/>
                </a:lnTo>
                <a:lnTo>
                  <a:pt x="14838" y="17616"/>
                </a:lnTo>
                <a:lnTo>
                  <a:pt x="15145" y="15544"/>
                </a:lnTo>
                <a:lnTo>
                  <a:pt x="15145" y="18356"/>
                </a:lnTo>
                <a:lnTo>
                  <a:pt x="15432" y="18356"/>
                </a:lnTo>
                <a:lnTo>
                  <a:pt x="15432" y="14175"/>
                </a:lnTo>
                <a:lnTo>
                  <a:pt x="15076" y="14175"/>
                </a:lnTo>
                <a:lnTo>
                  <a:pt x="14699" y="16594"/>
                </a:lnTo>
                <a:lnTo>
                  <a:pt x="14322" y="14175"/>
                </a:lnTo>
                <a:lnTo>
                  <a:pt x="13967" y="14175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651809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章节页">
    <p:bg>
      <p:bgPr>
        <a:gradFill flip="none" rotWithShape="1">
          <a:gsLst>
            <a:gs pos="0">
              <a:schemeClr val="accent1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标题文本"/>
          <p:cNvSpPr txBox="1">
            <a:spLocks noGrp="1"/>
          </p:cNvSpPr>
          <p:nvPr>
            <p:ph type="title"/>
          </p:nvPr>
        </p:nvSpPr>
        <p:spPr>
          <a:xfrm>
            <a:off x="736090" y="2211776"/>
            <a:ext cx="6097623" cy="736483"/>
          </a:xfrm>
          <a:prstGeom prst="rect">
            <a:avLst/>
          </a:prstGeom>
        </p:spPr>
        <p:txBody>
          <a:bodyPr/>
          <a:lstStyle>
            <a:lvl1pPr>
              <a:defRPr sz="3600" cap="none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0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737420" y="3672018"/>
            <a:ext cx="10717160" cy="1654628"/>
          </a:xfrm>
          <a:prstGeom prst="rect">
            <a:avLst/>
          </a:prstGeom>
        </p:spPr>
        <p:txBody>
          <a:bodyPr lIns="30234" tIns="30234" rIns="30234" bIns="30234"/>
          <a:lstStyle>
            <a:lvl1pPr marL="130810" indent="-130810">
              <a:spcBef>
                <a:spcPts val="700"/>
              </a:spcBef>
              <a:buClr>
                <a:srgbClr val="FFFFFF"/>
              </a:buClr>
              <a:buSzPct val="100000"/>
              <a:buChar char="•"/>
              <a:defRPr sz="1200" cap="all">
                <a:solidFill>
                  <a:srgbClr val="12181F"/>
                </a:solidFill>
              </a:defRPr>
            </a:lvl1pPr>
            <a:lvl2pPr marL="762000" indent="-152400">
              <a:spcBef>
                <a:spcPts val="700"/>
              </a:spcBef>
              <a:buClr>
                <a:srgbClr val="FFFFFF"/>
              </a:buClr>
              <a:buSzPct val="123000"/>
              <a:buChar char="•"/>
              <a:defRPr sz="1200" cap="all">
                <a:solidFill>
                  <a:srgbClr val="12181F"/>
                </a:solidFill>
              </a:defRPr>
            </a:lvl2pPr>
            <a:lvl3pPr marL="1371600" indent="-152400">
              <a:spcBef>
                <a:spcPts val="700"/>
              </a:spcBef>
              <a:buClr>
                <a:srgbClr val="FFFFFF"/>
              </a:buClr>
              <a:buSzPct val="123000"/>
              <a:buChar char="•"/>
              <a:defRPr sz="1200" cap="all">
                <a:solidFill>
                  <a:srgbClr val="12181F"/>
                </a:solidFill>
              </a:defRPr>
            </a:lvl3pPr>
            <a:lvl4pPr marL="1981200" indent="-152400">
              <a:spcBef>
                <a:spcPts val="700"/>
              </a:spcBef>
              <a:buClr>
                <a:srgbClr val="FFFFFF"/>
              </a:buClr>
              <a:buSzPct val="123000"/>
              <a:buChar char="•"/>
              <a:defRPr sz="1200" cap="all">
                <a:solidFill>
                  <a:srgbClr val="12181F"/>
                </a:solidFill>
              </a:defRPr>
            </a:lvl4pPr>
            <a:lvl5pPr marL="2590800" indent="-152400">
              <a:spcBef>
                <a:spcPts val="700"/>
              </a:spcBef>
              <a:buClr>
                <a:srgbClr val="FFFFFF"/>
              </a:buClr>
              <a:buSzPct val="123000"/>
              <a:buChar char="•"/>
              <a:defRPr sz="1200" cap="all">
                <a:solidFill>
                  <a:srgbClr val="12181F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1" name="第几章节"/>
          <p:cNvSpPr txBox="1">
            <a:spLocks noGrp="1"/>
          </p:cNvSpPr>
          <p:nvPr>
            <p:ph type="body" sz="quarter" idx="21"/>
          </p:nvPr>
        </p:nvSpPr>
        <p:spPr>
          <a:xfrm>
            <a:off x="736090" y="1410609"/>
            <a:ext cx="6097623" cy="736484"/>
          </a:xfrm>
          <a:prstGeom prst="rect">
            <a:avLst/>
          </a:prstGeom>
        </p:spPr>
        <p:txBody>
          <a:bodyPr anchor="b"/>
          <a:lstStyle>
            <a:lvl1pPr defTabSz="358775">
              <a:lnSpc>
                <a:spcPct val="100000"/>
              </a:lnSpc>
              <a:spcBef>
                <a:spcPts val="0"/>
              </a:spcBef>
              <a:defRPr sz="4175" cap="all">
                <a:solidFill>
                  <a:srgbClr val="FFFFFF"/>
                </a:solidFill>
                <a:latin typeface="+mn-lt"/>
                <a:ea typeface="+mn-ea"/>
                <a:cs typeface="+mn-cs"/>
                <a:sym typeface="Arial" panose="020B0604020202090204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2" name="圆角矩形"/>
          <p:cNvSpPr/>
          <p:nvPr/>
        </p:nvSpPr>
        <p:spPr>
          <a:xfrm>
            <a:off x="726558" y="3197489"/>
            <a:ext cx="10738885" cy="317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endParaRPr/>
          </a:p>
        </p:txBody>
      </p:sp>
      <p:sp>
        <p:nvSpPr>
          <p:cNvPr id="9" name="形状"/>
          <p:cNvSpPr/>
          <p:nvPr/>
        </p:nvSpPr>
        <p:spPr>
          <a:xfrm>
            <a:off x="11092533" y="369887"/>
            <a:ext cx="361997" cy="364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6" h="21600" extrusionOk="0">
                <a:moveTo>
                  <a:pt x="10787" y="0"/>
                </a:moveTo>
                <a:cubicBezTo>
                  <a:pt x="6993" y="0"/>
                  <a:pt x="3653" y="1939"/>
                  <a:pt x="1711" y="4873"/>
                </a:cubicBezTo>
                <a:cubicBezTo>
                  <a:pt x="687" y="6458"/>
                  <a:pt x="74" y="8329"/>
                  <a:pt x="7" y="10335"/>
                </a:cubicBezTo>
                <a:cubicBezTo>
                  <a:pt x="3" y="10456"/>
                  <a:pt x="-7" y="10784"/>
                  <a:pt x="7" y="10982"/>
                </a:cubicBezTo>
                <a:cubicBezTo>
                  <a:pt x="17" y="11131"/>
                  <a:pt x="30" y="11298"/>
                  <a:pt x="149" y="11406"/>
                </a:cubicBezTo>
                <a:cubicBezTo>
                  <a:pt x="250" y="11499"/>
                  <a:pt x="371" y="11502"/>
                  <a:pt x="504" y="11512"/>
                </a:cubicBezTo>
                <a:cubicBezTo>
                  <a:pt x="629" y="11520"/>
                  <a:pt x="884" y="11524"/>
                  <a:pt x="1001" y="11524"/>
                </a:cubicBezTo>
                <a:lnTo>
                  <a:pt x="4161" y="11524"/>
                </a:lnTo>
                <a:cubicBezTo>
                  <a:pt x="4191" y="11524"/>
                  <a:pt x="4210" y="11518"/>
                  <a:pt x="4220" y="11512"/>
                </a:cubicBezTo>
                <a:cubicBezTo>
                  <a:pt x="4242" y="11502"/>
                  <a:pt x="4250" y="11485"/>
                  <a:pt x="4243" y="11465"/>
                </a:cubicBezTo>
                <a:cubicBezTo>
                  <a:pt x="4241" y="11457"/>
                  <a:pt x="4228" y="11442"/>
                  <a:pt x="4220" y="11430"/>
                </a:cubicBezTo>
                <a:cubicBezTo>
                  <a:pt x="4159" y="11335"/>
                  <a:pt x="3836" y="10822"/>
                  <a:pt x="3817" y="10794"/>
                </a:cubicBezTo>
                <a:cubicBezTo>
                  <a:pt x="3797" y="10764"/>
                  <a:pt x="3763" y="10732"/>
                  <a:pt x="3735" y="10700"/>
                </a:cubicBezTo>
                <a:cubicBezTo>
                  <a:pt x="3696" y="10658"/>
                  <a:pt x="3663" y="10626"/>
                  <a:pt x="3616" y="10606"/>
                </a:cubicBezTo>
                <a:cubicBezTo>
                  <a:pt x="3568" y="10584"/>
                  <a:pt x="3496" y="10572"/>
                  <a:pt x="3391" y="10570"/>
                </a:cubicBezTo>
                <a:cubicBezTo>
                  <a:pt x="3331" y="10570"/>
                  <a:pt x="3249" y="10570"/>
                  <a:pt x="3167" y="10570"/>
                </a:cubicBezTo>
                <a:cubicBezTo>
                  <a:pt x="2884" y="10570"/>
                  <a:pt x="1908" y="10570"/>
                  <a:pt x="1652" y="10570"/>
                </a:cubicBezTo>
                <a:cubicBezTo>
                  <a:pt x="1599" y="10570"/>
                  <a:pt x="1596" y="10570"/>
                  <a:pt x="1557" y="10570"/>
                </a:cubicBezTo>
                <a:cubicBezTo>
                  <a:pt x="1460" y="10566"/>
                  <a:pt x="1390" y="10492"/>
                  <a:pt x="1380" y="10394"/>
                </a:cubicBezTo>
                <a:cubicBezTo>
                  <a:pt x="1378" y="10364"/>
                  <a:pt x="1380" y="10328"/>
                  <a:pt x="1380" y="10311"/>
                </a:cubicBezTo>
                <a:cubicBezTo>
                  <a:pt x="1380" y="10261"/>
                  <a:pt x="1378" y="10209"/>
                  <a:pt x="1380" y="10158"/>
                </a:cubicBezTo>
                <a:cubicBezTo>
                  <a:pt x="1646" y="4965"/>
                  <a:pt x="5974" y="836"/>
                  <a:pt x="11260" y="836"/>
                </a:cubicBezTo>
                <a:cubicBezTo>
                  <a:pt x="16025" y="836"/>
                  <a:pt x="19991" y="4189"/>
                  <a:pt x="20928" y="8652"/>
                </a:cubicBezTo>
                <a:lnTo>
                  <a:pt x="21425" y="8652"/>
                </a:lnTo>
                <a:cubicBezTo>
                  <a:pt x="21290" y="7987"/>
                  <a:pt x="21098" y="7336"/>
                  <a:pt x="20845" y="6721"/>
                </a:cubicBezTo>
                <a:cubicBezTo>
                  <a:pt x="19226" y="2779"/>
                  <a:pt x="15334" y="0"/>
                  <a:pt x="10787" y="0"/>
                </a:cubicBezTo>
                <a:close/>
                <a:moveTo>
                  <a:pt x="10799" y="1436"/>
                </a:moveTo>
                <a:cubicBezTo>
                  <a:pt x="10609" y="1436"/>
                  <a:pt x="10418" y="1509"/>
                  <a:pt x="10266" y="1672"/>
                </a:cubicBezTo>
                <a:cubicBezTo>
                  <a:pt x="10170" y="1774"/>
                  <a:pt x="10073" y="1905"/>
                  <a:pt x="10006" y="2001"/>
                </a:cubicBezTo>
                <a:cubicBezTo>
                  <a:pt x="9941" y="2095"/>
                  <a:pt x="9920" y="2134"/>
                  <a:pt x="9793" y="2331"/>
                </a:cubicBezTo>
                <a:cubicBezTo>
                  <a:pt x="9510" y="2773"/>
                  <a:pt x="6551" y="7375"/>
                  <a:pt x="6196" y="7934"/>
                </a:cubicBezTo>
                <a:cubicBezTo>
                  <a:pt x="5499" y="9026"/>
                  <a:pt x="5220" y="9447"/>
                  <a:pt x="4942" y="10005"/>
                </a:cubicBezTo>
                <a:cubicBezTo>
                  <a:pt x="4691" y="10510"/>
                  <a:pt x="4689" y="11089"/>
                  <a:pt x="4930" y="11583"/>
                </a:cubicBezTo>
                <a:cubicBezTo>
                  <a:pt x="5176" y="12087"/>
                  <a:pt x="5485" y="12565"/>
                  <a:pt x="6208" y="13690"/>
                </a:cubicBezTo>
                <a:cubicBezTo>
                  <a:pt x="6230" y="13724"/>
                  <a:pt x="8988" y="18040"/>
                  <a:pt x="9781" y="19281"/>
                </a:cubicBezTo>
                <a:cubicBezTo>
                  <a:pt x="9913" y="19486"/>
                  <a:pt x="9900" y="19470"/>
                  <a:pt x="9994" y="19611"/>
                </a:cubicBezTo>
                <a:cubicBezTo>
                  <a:pt x="10091" y="19751"/>
                  <a:pt x="10160" y="19844"/>
                  <a:pt x="10255" y="19940"/>
                </a:cubicBezTo>
                <a:cubicBezTo>
                  <a:pt x="10394" y="20081"/>
                  <a:pt x="10585" y="20164"/>
                  <a:pt x="10787" y="20164"/>
                </a:cubicBezTo>
                <a:cubicBezTo>
                  <a:pt x="10977" y="20164"/>
                  <a:pt x="11168" y="20103"/>
                  <a:pt x="11320" y="19940"/>
                </a:cubicBezTo>
                <a:cubicBezTo>
                  <a:pt x="11416" y="19838"/>
                  <a:pt x="11513" y="19707"/>
                  <a:pt x="11580" y="19611"/>
                </a:cubicBezTo>
                <a:cubicBezTo>
                  <a:pt x="11645" y="19516"/>
                  <a:pt x="11666" y="19478"/>
                  <a:pt x="11793" y="19281"/>
                </a:cubicBezTo>
                <a:cubicBezTo>
                  <a:pt x="12076" y="18839"/>
                  <a:pt x="15035" y="14236"/>
                  <a:pt x="15390" y="13678"/>
                </a:cubicBezTo>
                <a:cubicBezTo>
                  <a:pt x="16087" y="12585"/>
                  <a:pt x="16366" y="12153"/>
                  <a:pt x="16644" y="11595"/>
                </a:cubicBezTo>
                <a:cubicBezTo>
                  <a:pt x="16895" y="11090"/>
                  <a:pt x="16897" y="10511"/>
                  <a:pt x="16656" y="10017"/>
                </a:cubicBezTo>
                <a:cubicBezTo>
                  <a:pt x="16410" y="9513"/>
                  <a:pt x="16101" y="9047"/>
                  <a:pt x="15378" y="7922"/>
                </a:cubicBezTo>
                <a:cubicBezTo>
                  <a:pt x="15356" y="7888"/>
                  <a:pt x="12598" y="3572"/>
                  <a:pt x="11805" y="2331"/>
                </a:cubicBezTo>
                <a:cubicBezTo>
                  <a:pt x="11673" y="2126"/>
                  <a:pt x="11687" y="2142"/>
                  <a:pt x="11592" y="2001"/>
                </a:cubicBezTo>
                <a:cubicBezTo>
                  <a:pt x="11497" y="1860"/>
                  <a:pt x="11426" y="1768"/>
                  <a:pt x="11331" y="1672"/>
                </a:cubicBezTo>
                <a:cubicBezTo>
                  <a:pt x="11192" y="1531"/>
                  <a:pt x="11001" y="1436"/>
                  <a:pt x="10799" y="1436"/>
                </a:cubicBezTo>
                <a:close/>
                <a:moveTo>
                  <a:pt x="8065" y="7204"/>
                </a:moveTo>
                <a:lnTo>
                  <a:pt x="13521" y="7204"/>
                </a:lnTo>
                <a:cubicBezTo>
                  <a:pt x="13728" y="7216"/>
                  <a:pt x="13931" y="7289"/>
                  <a:pt x="14089" y="7428"/>
                </a:cubicBezTo>
                <a:cubicBezTo>
                  <a:pt x="14280" y="7590"/>
                  <a:pt x="14394" y="7836"/>
                  <a:pt x="14408" y="8087"/>
                </a:cubicBezTo>
                <a:lnTo>
                  <a:pt x="14408" y="13525"/>
                </a:lnTo>
                <a:cubicBezTo>
                  <a:pt x="14396" y="13744"/>
                  <a:pt x="14311" y="13955"/>
                  <a:pt x="14160" y="14114"/>
                </a:cubicBezTo>
                <a:cubicBezTo>
                  <a:pt x="13996" y="14290"/>
                  <a:pt x="13761" y="14396"/>
                  <a:pt x="13521" y="14408"/>
                </a:cubicBezTo>
                <a:lnTo>
                  <a:pt x="8065" y="14408"/>
                </a:lnTo>
                <a:cubicBezTo>
                  <a:pt x="7841" y="14396"/>
                  <a:pt x="7624" y="14306"/>
                  <a:pt x="7462" y="14149"/>
                </a:cubicBezTo>
                <a:cubicBezTo>
                  <a:pt x="7292" y="13986"/>
                  <a:pt x="7178" y="13758"/>
                  <a:pt x="7166" y="13525"/>
                </a:cubicBezTo>
                <a:lnTo>
                  <a:pt x="7166" y="8087"/>
                </a:lnTo>
                <a:cubicBezTo>
                  <a:pt x="7178" y="7848"/>
                  <a:pt x="7296" y="7614"/>
                  <a:pt x="7474" y="7451"/>
                </a:cubicBezTo>
                <a:cubicBezTo>
                  <a:pt x="7633" y="7300"/>
                  <a:pt x="7847" y="7218"/>
                  <a:pt x="8065" y="7204"/>
                </a:cubicBezTo>
                <a:close/>
                <a:moveTo>
                  <a:pt x="8065" y="7663"/>
                </a:moveTo>
                <a:cubicBezTo>
                  <a:pt x="7900" y="7675"/>
                  <a:pt x="7755" y="7785"/>
                  <a:pt x="7687" y="7934"/>
                </a:cubicBezTo>
                <a:cubicBezTo>
                  <a:pt x="7657" y="7996"/>
                  <a:pt x="7640" y="8066"/>
                  <a:pt x="7639" y="8134"/>
                </a:cubicBezTo>
                <a:cubicBezTo>
                  <a:pt x="7639" y="9916"/>
                  <a:pt x="7639" y="11708"/>
                  <a:pt x="7639" y="13490"/>
                </a:cubicBezTo>
                <a:cubicBezTo>
                  <a:pt x="7639" y="13701"/>
                  <a:pt x="7798" y="13897"/>
                  <a:pt x="8006" y="13937"/>
                </a:cubicBezTo>
                <a:cubicBezTo>
                  <a:pt x="8069" y="13951"/>
                  <a:pt x="8145" y="13935"/>
                  <a:pt x="8207" y="13937"/>
                </a:cubicBezTo>
                <a:lnTo>
                  <a:pt x="13473" y="13937"/>
                </a:lnTo>
                <a:cubicBezTo>
                  <a:pt x="13604" y="13937"/>
                  <a:pt x="13739" y="13892"/>
                  <a:pt x="13828" y="13796"/>
                </a:cubicBezTo>
                <a:cubicBezTo>
                  <a:pt x="13907" y="13711"/>
                  <a:pt x="13947" y="13592"/>
                  <a:pt x="13947" y="13478"/>
                </a:cubicBezTo>
                <a:cubicBezTo>
                  <a:pt x="13947" y="11696"/>
                  <a:pt x="13947" y="9906"/>
                  <a:pt x="13947" y="8122"/>
                </a:cubicBezTo>
                <a:cubicBezTo>
                  <a:pt x="13947" y="7931"/>
                  <a:pt x="13819" y="7761"/>
                  <a:pt x="13639" y="7698"/>
                </a:cubicBezTo>
                <a:cubicBezTo>
                  <a:pt x="13544" y="7662"/>
                  <a:pt x="13442" y="7665"/>
                  <a:pt x="13343" y="7663"/>
                </a:cubicBezTo>
                <a:cubicBezTo>
                  <a:pt x="11586" y="7663"/>
                  <a:pt x="9820" y="7663"/>
                  <a:pt x="8065" y="7663"/>
                </a:cubicBezTo>
                <a:close/>
                <a:moveTo>
                  <a:pt x="9095" y="9064"/>
                </a:moveTo>
                <a:cubicBezTo>
                  <a:pt x="9428" y="9064"/>
                  <a:pt x="9756" y="9064"/>
                  <a:pt x="10089" y="9064"/>
                </a:cubicBezTo>
                <a:cubicBezTo>
                  <a:pt x="10089" y="9938"/>
                  <a:pt x="10089" y="10815"/>
                  <a:pt x="10089" y="11689"/>
                </a:cubicBezTo>
                <a:cubicBezTo>
                  <a:pt x="10085" y="11944"/>
                  <a:pt x="9951" y="12186"/>
                  <a:pt x="9746" y="12336"/>
                </a:cubicBezTo>
                <a:cubicBezTo>
                  <a:pt x="9568" y="12471"/>
                  <a:pt x="9343" y="12544"/>
                  <a:pt x="9119" y="12548"/>
                </a:cubicBezTo>
                <a:cubicBezTo>
                  <a:pt x="9016" y="12548"/>
                  <a:pt x="8916" y="12548"/>
                  <a:pt x="8811" y="12548"/>
                </a:cubicBezTo>
                <a:cubicBezTo>
                  <a:pt x="8811" y="12393"/>
                  <a:pt x="8811" y="12244"/>
                  <a:pt x="8811" y="12089"/>
                </a:cubicBezTo>
                <a:cubicBezTo>
                  <a:pt x="8914" y="12089"/>
                  <a:pt x="9016" y="12089"/>
                  <a:pt x="9119" y="12089"/>
                </a:cubicBezTo>
                <a:cubicBezTo>
                  <a:pt x="9278" y="12085"/>
                  <a:pt x="9442" y="11994"/>
                  <a:pt x="9521" y="11854"/>
                </a:cubicBezTo>
                <a:cubicBezTo>
                  <a:pt x="9575" y="11765"/>
                  <a:pt x="9568" y="11660"/>
                  <a:pt x="9568" y="11559"/>
                </a:cubicBezTo>
                <a:cubicBezTo>
                  <a:pt x="9463" y="11559"/>
                  <a:pt x="9354" y="11559"/>
                  <a:pt x="9249" y="11559"/>
                </a:cubicBezTo>
                <a:cubicBezTo>
                  <a:pt x="9132" y="11559"/>
                  <a:pt x="9019" y="11568"/>
                  <a:pt x="8906" y="11524"/>
                </a:cubicBezTo>
                <a:cubicBezTo>
                  <a:pt x="8683" y="11448"/>
                  <a:pt x="8517" y="11227"/>
                  <a:pt x="8515" y="10994"/>
                </a:cubicBezTo>
                <a:cubicBezTo>
                  <a:pt x="8515" y="10544"/>
                  <a:pt x="8515" y="10102"/>
                  <a:pt x="8515" y="9652"/>
                </a:cubicBezTo>
                <a:cubicBezTo>
                  <a:pt x="8515" y="9504"/>
                  <a:pt x="8578" y="9347"/>
                  <a:pt x="8681" y="9240"/>
                </a:cubicBezTo>
                <a:cubicBezTo>
                  <a:pt x="8788" y="9128"/>
                  <a:pt x="8939" y="9064"/>
                  <a:pt x="9095" y="9064"/>
                </a:cubicBezTo>
                <a:close/>
                <a:moveTo>
                  <a:pt x="10444" y="9064"/>
                </a:moveTo>
                <a:cubicBezTo>
                  <a:pt x="11127" y="9064"/>
                  <a:pt x="11808" y="9064"/>
                  <a:pt x="12491" y="9064"/>
                </a:cubicBezTo>
                <a:cubicBezTo>
                  <a:pt x="12643" y="9064"/>
                  <a:pt x="12786" y="9124"/>
                  <a:pt x="12893" y="9229"/>
                </a:cubicBezTo>
                <a:cubicBezTo>
                  <a:pt x="13004" y="9337"/>
                  <a:pt x="13073" y="9486"/>
                  <a:pt x="13071" y="9641"/>
                </a:cubicBezTo>
                <a:cubicBezTo>
                  <a:pt x="13071" y="10279"/>
                  <a:pt x="13071" y="10920"/>
                  <a:pt x="13071" y="11559"/>
                </a:cubicBezTo>
                <a:cubicBezTo>
                  <a:pt x="12895" y="11559"/>
                  <a:pt x="12726" y="11559"/>
                  <a:pt x="12550" y="11559"/>
                </a:cubicBezTo>
                <a:cubicBezTo>
                  <a:pt x="12550" y="10940"/>
                  <a:pt x="12550" y="10318"/>
                  <a:pt x="12550" y="9699"/>
                </a:cubicBezTo>
                <a:cubicBezTo>
                  <a:pt x="12552" y="9605"/>
                  <a:pt x="12468" y="9519"/>
                  <a:pt x="12373" y="9523"/>
                </a:cubicBezTo>
                <a:cubicBezTo>
                  <a:pt x="12258" y="9523"/>
                  <a:pt x="12133" y="9523"/>
                  <a:pt x="12018" y="9523"/>
                </a:cubicBezTo>
                <a:cubicBezTo>
                  <a:pt x="12018" y="10200"/>
                  <a:pt x="12018" y="10882"/>
                  <a:pt x="12018" y="11559"/>
                </a:cubicBezTo>
                <a:cubicBezTo>
                  <a:pt x="11842" y="11559"/>
                  <a:pt x="11673" y="11559"/>
                  <a:pt x="11497" y="11559"/>
                </a:cubicBezTo>
                <a:cubicBezTo>
                  <a:pt x="11497" y="10882"/>
                  <a:pt x="11497" y="10200"/>
                  <a:pt x="11497" y="9523"/>
                </a:cubicBezTo>
                <a:cubicBezTo>
                  <a:pt x="11321" y="9523"/>
                  <a:pt x="11140" y="9523"/>
                  <a:pt x="10965" y="9523"/>
                </a:cubicBezTo>
                <a:cubicBezTo>
                  <a:pt x="10965" y="10200"/>
                  <a:pt x="10965" y="10882"/>
                  <a:pt x="10965" y="11559"/>
                </a:cubicBezTo>
                <a:lnTo>
                  <a:pt x="10444" y="11559"/>
                </a:lnTo>
                <a:cubicBezTo>
                  <a:pt x="10444" y="10728"/>
                  <a:pt x="10444" y="9895"/>
                  <a:pt x="10444" y="9064"/>
                </a:cubicBezTo>
                <a:close/>
                <a:moveTo>
                  <a:pt x="9213" y="9523"/>
                </a:moveTo>
                <a:cubicBezTo>
                  <a:pt x="9122" y="9523"/>
                  <a:pt x="9044" y="9609"/>
                  <a:pt x="9048" y="9699"/>
                </a:cubicBezTo>
                <a:lnTo>
                  <a:pt x="9036" y="9699"/>
                </a:lnTo>
                <a:cubicBezTo>
                  <a:pt x="9036" y="10105"/>
                  <a:pt x="9036" y="10508"/>
                  <a:pt x="9036" y="10912"/>
                </a:cubicBezTo>
                <a:cubicBezTo>
                  <a:pt x="9032" y="11002"/>
                  <a:pt x="9120" y="11086"/>
                  <a:pt x="9213" y="11088"/>
                </a:cubicBezTo>
                <a:cubicBezTo>
                  <a:pt x="9332" y="11088"/>
                  <a:pt x="9447" y="11088"/>
                  <a:pt x="9568" y="11088"/>
                </a:cubicBezTo>
                <a:cubicBezTo>
                  <a:pt x="9568" y="10566"/>
                  <a:pt x="9568" y="10047"/>
                  <a:pt x="9568" y="9523"/>
                </a:cubicBezTo>
                <a:cubicBezTo>
                  <a:pt x="9449" y="9523"/>
                  <a:pt x="9332" y="9523"/>
                  <a:pt x="9213" y="9523"/>
                </a:cubicBezTo>
                <a:close/>
                <a:moveTo>
                  <a:pt x="17366" y="10088"/>
                </a:moveTo>
                <a:cubicBezTo>
                  <a:pt x="17344" y="10098"/>
                  <a:pt x="17336" y="10127"/>
                  <a:pt x="17343" y="10147"/>
                </a:cubicBezTo>
                <a:cubicBezTo>
                  <a:pt x="17345" y="10155"/>
                  <a:pt x="17358" y="10158"/>
                  <a:pt x="17366" y="10170"/>
                </a:cubicBezTo>
                <a:cubicBezTo>
                  <a:pt x="17427" y="10265"/>
                  <a:pt x="17750" y="10778"/>
                  <a:pt x="17769" y="10806"/>
                </a:cubicBezTo>
                <a:cubicBezTo>
                  <a:pt x="17789" y="10836"/>
                  <a:pt x="17823" y="10880"/>
                  <a:pt x="17851" y="10912"/>
                </a:cubicBezTo>
                <a:cubicBezTo>
                  <a:pt x="17890" y="10954"/>
                  <a:pt x="17923" y="10986"/>
                  <a:pt x="17970" y="11006"/>
                </a:cubicBezTo>
                <a:cubicBezTo>
                  <a:pt x="18018" y="11028"/>
                  <a:pt x="18090" y="11039"/>
                  <a:pt x="18195" y="11041"/>
                </a:cubicBezTo>
                <a:cubicBezTo>
                  <a:pt x="18255" y="11041"/>
                  <a:pt x="18337" y="11041"/>
                  <a:pt x="18419" y="11041"/>
                </a:cubicBezTo>
                <a:cubicBezTo>
                  <a:pt x="18702" y="11041"/>
                  <a:pt x="19678" y="11041"/>
                  <a:pt x="19934" y="11041"/>
                </a:cubicBezTo>
                <a:cubicBezTo>
                  <a:pt x="19987" y="11041"/>
                  <a:pt x="19990" y="11041"/>
                  <a:pt x="20029" y="11041"/>
                </a:cubicBezTo>
                <a:cubicBezTo>
                  <a:pt x="20126" y="11045"/>
                  <a:pt x="20196" y="11108"/>
                  <a:pt x="20206" y="11206"/>
                </a:cubicBezTo>
                <a:cubicBezTo>
                  <a:pt x="20208" y="11236"/>
                  <a:pt x="20206" y="11284"/>
                  <a:pt x="20206" y="11300"/>
                </a:cubicBezTo>
                <a:cubicBezTo>
                  <a:pt x="20206" y="11350"/>
                  <a:pt x="20208" y="11403"/>
                  <a:pt x="20206" y="11453"/>
                </a:cubicBezTo>
                <a:cubicBezTo>
                  <a:pt x="19940" y="16647"/>
                  <a:pt x="15612" y="20776"/>
                  <a:pt x="10326" y="20776"/>
                </a:cubicBezTo>
                <a:cubicBezTo>
                  <a:pt x="5561" y="20776"/>
                  <a:pt x="1595" y="17423"/>
                  <a:pt x="658" y="12960"/>
                </a:cubicBezTo>
                <a:lnTo>
                  <a:pt x="161" y="12960"/>
                </a:lnTo>
                <a:cubicBezTo>
                  <a:pt x="296" y="13625"/>
                  <a:pt x="488" y="14264"/>
                  <a:pt x="741" y="14879"/>
                </a:cubicBezTo>
                <a:cubicBezTo>
                  <a:pt x="2360" y="18821"/>
                  <a:pt x="6252" y="21600"/>
                  <a:pt x="10799" y="21600"/>
                </a:cubicBezTo>
                <a:cubicBezTo>
                  <a:pt x="14593" y="21600"/>
                  <a:pt x="17933" y="19661"/>
                  <a:pt x="19875" y="16727"/>
                </a:cubicBezTo>
                <a:cubicBezTo>
                  <a:pt x="20899" y="15142"/>
                  <a:pt x="21512" y="13271"/>
                  <a:pt x="21579" y="11265"/>
                </a:cubicBezTo>
                <a:cubicBezTo>
                  <a:pt x="21583" y="11144"/>
                  <a:pt x="21593" y="10828"/>
                  <a:pt x="21579" y="10629"/>
                </a:cubicBezTo>
                <a:lnTo>
                  <a:pt x="21567" y="10629"/>
                </a:lnTo>
                <a:cubicBezTo>
                  <a:pt x="21557" y="10481"/>
                  <a:pt x="21544" y="10314"/>
                  <a:pt x="21425" y="10206"/>
                </a:cubicBezTo>
                <a:cubicBezTo>
                  <a:pt x="21324" y="10113"/>
                  <a:pt x="21215" y="10110"/>
                  <a:pt x="21082" y="10100"/>
                </a:cubicBezTo>
                <a:cubicBezTo>
                  <a:pt x="20957" y="10092"/>
                  <a:pt x="20702" y="10088"/>
                  <a:pt x="20585" y="10088"/>
                </a:cubicBezTo>
                <a:lnTo>
                  <a:pt x="17425" y="10088"/>
                </a:lnTo>
                <a:cubicBezTo>
                  <a:pt x="17395" y="10088"/>
                  <a:pt x="17376" y="10082"/>
                  <a:pt x="17366" y="10088"/>
                </a:cubicBezTo>
                <a:close/>
                <a:moveTo>
                  <a:pt x="10444" y="12077"/>
                </a:moveTo>
                <a:cubicBezTo>
                  <a:pt x="11300" y="12077"/>
                  <a:pt x="12155" y="12077"/>
                  <a:pt x="13012" y="12077"/>
                </a:cubicBezTo>
                <a:cubicBezTo>
                  <a:pt x="13012" y="12232"/>
                  <a:pt x="13012" y="12393"/>
                  <a:pt x="13012" y="12548"/>
                </a:cubicBezTo>
                <a:cubicBezTo>
                  <a:pt x="12155" y="12548"/>
                  <a:pt x="11300" y="12548"/>
                  <a:pt x="10444" y="12548"/>
                </a:cubicBezTo>
                <a:cubicBezTo>
                  <a:pt x="10444" y="12393"/>
                  <a:pt x="10444" y="12232"/>
                  <a:pt x="10444" y="12077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46966357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72" name="正文级别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页脚占位符 10"/>
          <p:cNvSpPr>
            <a:spLocks noGrp="1"/>
          </p:cNvSpPr>
          <p:nvPr>
            <p:ph type="ftr" sz="quarter" idx="3"/>
          </p:nvPr>
        </p:nvSpPr>
        <p:spPr>
          <a:xfrm>
            <a:off x="736600" y="6400449"/>
            <a:ext cx="4114800" cy="12735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>
                <a:solidFill>
                  <a:schemeClr val="bg1"/>
                </a:solidFill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52180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封底">
    <p:bg>
      <p:bgPr>
        <a:gradFill>
          <a:gsLst>
            <a:gs pos="0">
              <a:schemeClr val="bg1">
                <a:lumMod val="40000"/>
                <a:lumOff val="60000"/>
              </a:schemeClr>
            </a:gs>
            <a:gs pos="100000">
              <a:schemeClr val="bg1">
                <a:lumMod val="75000"/>
                <a:lumOff val="25000"/>
              </a:schemeClr>
            </a:gs>
          </a:gsLst>
          <a:lin ang="13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162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>
              <a:spcBef>
                <a:spcPts val="1000"/>
              </a:spcBef>
              <a:defRPr sz="1400" cap="none">
                <a:solidFill>
                  <a:srgbClr val="26282A"/>
                </a:solidFill>
              </a:defRPr>
            </a:pPr>
            <a:endParaRPr/>
          </a:p>
        </p:txBody>
      </p:sp>
      <p:sp>
        <p:nvSpPr>
          <p:cNvPr id="10" name="图片占位符 2"/>
          <p:cNvSpPr>
            <a:spLocks noGrp="1"/>
          </p:cNvSpPr>
          <p:nvPr>
            <p:ph type="pic" idx="21"/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lumMod val="40000"/>
                  <a:lumOff val="60000"/>
                </a:schemeClr>
              </a:gs>
              <a:gs pos="98000">
                <a:schemeClr val="bg1">
                  <a:lumMod val="75000"/>
                  <a:lumOff val="25000"/>
                </a:schemeClr>
              </a:gs>
            </a:gsLst>
            <a:lin ang="13200000" scaled="0"/>
          </a:gradFill>
        </p:spPr>
        <p:txBody>
          <a:bodyPr lIns="91439" tIns="45719" rIns="91439" bIns="45719">
            <a:noAutofit/>
          </a:bodyPr>
          <a:lstStyle/>
          <a:p>
            <a:r>
              <a:rPr lang="zh-CN" altLang="en-US"/>
              <a:t>单击图标添加图片</a:t>
            </a:r>
            <a:endParaRPr dirty="0"/>
          </a:p>
        </p:txBody>
      </p:sp>
      <p:sp>
        <p:nvSpPr>
          <p:cNvPr id="83" name="文本占位符 2"/>
          <p:cNvSpPr/>
          <p:nvPr/>
        </p:nvSpPr>
        <p:spPr>
          <a:xfrm>
            <a:off x="10161652" y="6228114"/>
            <a:ext cx="1299861" cy="26231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>
            <a:lvl1pPr algn="r">
              <a:lnSpc>
                <a:spcPct val="100000"/>
              </a:lnSpc>
              <a:defRPr sz="1000" cap="none" spc="50">
                <a:solidFill>
                  <a:srgbClr val="FBFCFF"/>
                </a:solidFill>
                <a:latin typeface="+mn-lt"/>
                <a:ea typeface="+mn-ea"/>
                <a:cs typeface="+mn-cs"/>
                <a:sym typeface="Arial" panose="020B0604020202090204"/>
              </a:defRPr>
            </a:lvl1pPr>
          </a:lstStyle>
          <a:p>
            <a:r>
              <a:t>sgmw.com.cn</a:t>
            </a:r>
          </a:p>
        </p:txBody>
      </p:sp>
      <p:sp>
        <p:nvSpPr>
          <p:cNvPr id="84" name="圆角矩形"/>
          <p:cNvSpPr/>
          <p:nvPr/>
        </p:nvSpPr>
        <p:spPr>
          <a:xfrm>
            <a:off x="726558" y="6150408"/>
            <a:ext cx="10738885" cy="3175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endParaRPr/>
          </a:p>
        </p:txBody>
      </p:sp>
      <p:sp>
        <p:nvSpPr>
          <p:cNvPr id="8" name="文本占位符 2"/>
          <p:cNvSpPr>
            <a:spLocks noGrp="1"/>
          </p:cNvSpPr>
          <p:nvPr>
            <p:ph type="body" sz="quarter" idx="22" hasCustomPrompt="1"/>
          </p:nvPr>
        </p:nvSpPr>
        <p:spPr>
          <a:xfrm>
            <a:off x="730117" y="6299927"/>
            <a:ext cx="7620001" cy="127002"/>
          </a:xfrm>
          <a:prstGeom prst="rect">
            <a:avLst/>
          </a:prstGeom>
        </p:spPr>
        <p:txBody>
          <a:bodyPr/>
          <a:lstStyle>
            <a:lvl1pPr>
              <a:spcBef>
                <a:spcPts val="700"/>
              </a:spcBef>
              <a:defRPr sz="700">
                <a:solidFill>
                  <a:srgbClr val="FFFFFF"/>
                </a:solidFill>
              </a:defRPr>
            </a:lvl1pPr>
          </a:lstStyle>
          <a:p>
            <a:r>
              <a:rPr dirty="0" err="1"/>
              <a:t>演示文稿主题文本｜版本</a:t>
            </a:r>
            <a:endParaRPr dirty="0"/>
          </a:p>
        </p:txBody>
      </p:sp>
      <p:sp>
        <p:nvSpPr>
          <p:cNvPr id="7" name="形状"/>
          <p:cNvSpPr/>
          <p:nvPr/>
        </p:nvSpPr>
        <p:spPr>
          <a:xfrm>
            <a:off x="4598910" y="2559845"/>
            <a:ext cx="2994180" cy="762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2730" y="0"/>
                </a:moveTo>
                <a:cubicBezTo>
                  <a:pt x="1769" y="0"/>
                  <a:pt x="924" y="1940"/>
                  <a:pt x="432" y="4875"/>
                </a:cubicBezTo>
                <a:cubicBezTo>
                  <a:pt x="173" y="6460"/>
                  <a:pt x="17" y="8325"/>
                  <a:pt x="0" y="10331"/>
                </a:cubicBezTo>
                <a:cubicBezTo>
                  <a:pt x="-1" y="10452"/>
                  <a:pt x="-1" y="10779"/>
                  <a:pt x="3" y="10978"/>
                </a:cubicBezTo>
                <a:cubicBezTo>
                  <a:pt x="5" y="11127"/>
                  <a:pt x="6" y="11292"/>
                  <a:pt x="36" y="11400"/>
                </a:cubicBezTo>
                <a:cubicBezTo>
                  <a:pt x="62" y="11492"/>
                  <a:pt x="93" y="11502"/>
                  <a:pt x="127" y="11512"/>
                </a:cubicBezTo>
                <a:lnTo>
                  <a:pt x="129" y="11512"/>
                </a:lnTo>
                <a:cubicBezTo>
                  <a:pt x="161" y="11521"/>
                  <a:pt x="223" y="11522"/>
                  <a:pt x="253" y="11522"/>
                </a:cubicBezTo>
                <a:lnTo>
                  <a:pt x="1052" y="11522"/>
                </a:lnTo>
                <a:cubicBezTo>
                  <a:pt x="1060" y="11522"/>
                  <a:pt x="1064" y="11519"/>
                  <a:pt x="1067" y="11512"/>
                </a:cubicBezTo>
                <a:cubicBezTo>
                  <a:pt x="1072" y="11502"/>
                  <a:pt x="1073" y="11486"/>
                  <a:pt x="1071" y="11466"/>
                </a:cubicBezTo>
                <a:cubicBezTo>
                  <a:pt x="1071" y="11458"/>
                  <a:pt x="1071" y="11450"/>
                  <a:pt x="1069" y="11437"/>
                </a:cubicBezTo>
                <a:cubicBezTo>
                  <a:pt x="1054" y="11343"/>
                  <a:pt x="969" y="10819"/>
                  <a:pt x="964" y="10791"/>
                </a:cubicBezTo>
                <a:cubicBezTo>
                  <a:pt x="959" y="10760"/>
                  <a:pt x="952" y="10729"/>
                  <a:pt x="945" y="10697"/>
                </a:cubicBezTo>
                <a:cubicBezTo>
                  <a:pt x="935" y="10655"/>
                  <a:pt x="928" y="10623"/>
                  <a:pt x="916" y="10603"/>
                </a:cubicBezTo>
                <a:cubicBezTo>
                  <a:pt x="904" y="10581"/>
                  <a:pt x="886" y="10568"/>
                  <a:pt x="859" y="10566"/>
                </a:cubicBezTo>
                <a:cubicBezTo>
                  <a:pt x="844" y="10566"/>
                  <a:pt x="823" y="10566"/>
                  <a:pt x="802" y="10566"/>
                </a:cubicBezTo>
                <a:cubicBezTo>
                  <a:pt x="730" y="10566"/>
                  <a:pt x="483" y="10566"/>
                  <a:pt x="418" y="10566"/>
                </a:cubicBezTo>
                <a:cubicBezTo>
                  <a:pt x="404" y="10566"/>
                  <a:pt x="404" y="10566"/>
                  <a:pt x="394" y="10566"/>
                </a:cubicBezTo>
                <a:cubicBezTo>
                  <a:pt x="369" y="10562"/>
                  <a:pt x="351" y="10495"/>
                  <a:pt x="349" y="10397"/>
                </a:cubicBezTo>
                <a:cubicBezTo>
                  <a:pt x="348" y="10367"/>
                  <a:pt x="349" y="10329"/>
                  <a:pt x="349" y="10312"/>
                </a:cubicBezTo>
                <a:cubicBezTo>
                  <a:pt x="349" y="10262"/>
                  <a:pt x="350" y="10203"/>
                  <a:pt x="351" y="10153"/>
                </a:cubicBezTo>
                <a:cubicBezTo>
                  <a:pt x="418" y="4959"/>
                  <a:pt x="1511" y="834"/>
                  <a:pt x="2849" y="834"/>
                </a:cubicBezTo>
                <a:cubicBezTo>
                  <a:pt x="4055" y="834"/>
                  <a:pt x="5062" y="4180"/>
                  <a:pt x="5299" y="8644"/>
                </a:cubicBezTo>
                <a:lnTo>
                  <a:pt x="5426" y="8644"/>
                </a:lnTo>
                <a:cubicBezTo>
                  <a:pt x="5391" y="7979"/>
                  <a:pt x="5342" y="7337"/>
                  <a:pt x="5278" y="6722"/>
                </a:cubicBezTo>
                <a:cubicBezTo>
                  <a:pt x="4868" y="2779"/>
                  <a:pt x="3881" y="0"/>
                  <a:pt x="2730" y="0"/>
                </a:cubicBezTo>
                <a:close/>
                <a:moveTo>
                  <a:pt x="2734" y="1434"/>
                </a:moveTo>
                <a:cubicBezTo>
                  <a:pt x="2686" y="1434"/>
                  <a:pt x="2637" y="1506"/>
                  <a:pt x="2598" y="1669"/>
                </a:cubicBezTo>
                <a:cubicBezTo>
                  <a:pt x="2574" y="1771"/>
                  <a:pt x="2548" y="1900"/>
                  <a:pt x="2532" y="1997"/>
                </a:cubicBezTo>
                <a:cubicBezTo>
                  <a:pt x="2515" y="2091"/>
                  <a:pt x="2509" y="2128"/>
                  <a:pt x="2477" y="2325"/>
                </a:cubicBezTo>
                <a:cubicBezTo>
                  <a:pt x="2405" y="2767"/>
                  <a:pt x="1658" y="7373"/>
                  <a:pt x="1568" y="7931"/>
                </a:cubicBezTo>
                <a:cubicBezTo>
                  <a:pt x="1391" y="9024"/>
                  <a:pt x="1321" y="9445"/>
                  <a:pt x="1250" y="10003"/>
                </a:cubicBezTo>
                <a:cubicBezTo>
                  <a:pt x="1187" y="10507"/>
                  <a:pt x="1187" y="11093"/>
                  <a:pt x="1248" y="11587"/>
                </a:cubicBezTo>
                <a:cubicBezTo>
                  <a:pt x="1310" y="12092"/>
                  <a:pt x="1387" y="12563"/>
                  <a:pt x="1570" y="13687"/>
                </a:cubicBezTo>
                <a:cubicBezTo>
                  <a:pt x="1576" y="13722"/>
                  <a:pt x="2276" y="18034"/>
                  <a:pt x="2477" y="19275"/>
                </a:cubicBezTo>
                <a:cubicBezTo>
                  <a:pt x="2510" y="19480"/>
                  <a:pt x="2505" y="19463"/>
                  <a:pt x="2529" y="19603"/>
                </a:cubicBezTo>
                <a:cubicBezTo>
                  <a:pt x="2554" y="19744"/>
                  <a:pt x="2572" y="19835"/>
                  <a:pt x="2596" y="19931"/>
                </a:cubicBezTo>
                <a:cubicBezTo>
                  <a:pt x="2631" y="20072"/>
                  <a:pt x="2678" y="20166"/>
                  <a:pt x="2730" y="20166"/>
                </a:cubicBezTo>
                <a:cubicBezTo>
                  <a:pt x="2778" y="20166"/>
                  <a:pt x="2827" y="20094"/>
                  <a:pt x="2866" y="19931"/>
                </a:cubicBezTo>
                <a:cubicBezTo>
                  <a:pt x="2890" y="19829"/>
                  <a:pt x="2913" y="19700"/>
                  <a:pt x="2930" y="19603"/>
                </a:cubicBezTo>
                <a:cubicBezTo>
                  <a:pt x="2946" y="19509"/>
                  <a:pt x="2953" y="19472"/>
                  <a:pt x="2985" y="19275"/>
                </a:cubicBezTo>
                <a:cubicBezTo>
                  <a:pt x="3056" y="18833"/>
                  <a:pt x="3806" y="14227"/>
                  <a:pt x="3896" y="13669"/>
                </a:cubicBezTo>
                <a:cubicBezTo>
                  <a:pt x="4073" y="12576"/>
                  <a:pt x="4143" y="12155"/>
                  <a:pt x="4214" y="11597"/>
                </a:cubicBezTo>
                <a:cubicBezTo>
                  <a:pt x="4277" y="11093"/>
                  <a:pt x="4277" y="10516"/>
                  <a:pt x="4216" y="10022"/>
                </a:cubicBezTo>
                <a:cubicBezTo>
                  <a:pt x="4154" y="9518"/>
                  <a:pt x="4077" y="9047"/>
                  <a:pt x="3894" y="7922"/>
                </a:cubicBezTo>
                <a:cubicBezTo>
                  <a:pt x="3888" y="7888"/>
                  <a:pt x="3188" y="3566"/>
                  <a:pt x="2987" y="2325"/>
                </a:cubicBezTo>
                <a:cubicBezTo>
                  <a:pt x="2954" y="2120"/>
                  <a:pt x="2956" y="2137"/>
                  <a:pt x="2932" y="1997"/>
                </a:cubicBezTo>
                <a:cubicBezTo>
                  <a:pt x="2908" y="1856"/>
                  <a:pt x="2892" y="1765"/>
                  <a:pt x="2868" y="1669"/>
                </a:cubicBezTo>
                <a:cubicBezTo>
                  <a:pt x="2833" y="1528"/>
                  <a:pt x="2785" y="1434"/>
                  <a:pt x="2734" y="1434"/>
                </a:cubicBezTo>
                <a:close/>
                <a:moveTo>
                  <a:pt x="7504" y="4312"/>
                </a:moveTo>
                <a:lnTo>
                  <a:pt x="7504" y="10387"/>
                </a:lnTo>
                <a:lnTo>
                  <a:pt x="6571" y="10387"/>
                </a:lnTo>
                <a:lnTo>
                  <a:pt x="6571" y="11344"/>
                </a:lnTo>
                <a:lnTo>
                  <a:pt x="9088" y="11344"/>
                </a:lnTo>
                <a:lnTo>
                  <a:pt x="9088" y="10387"/>
                </a:lnTo>
                <a:lnTo>
                  <a:pt x="7878" y="10387"/>
                </a:lnTo>
                <a:lnTo>
                  <a:pt x="7878" y="7134"/>
                </a:lnTo>
                <a:lnTo>
                  <a:pt x="8902" y="7134"/>
                </a:lnTo>
                <a:lnTo>
                  <a:pt x="8902" y="6178"/>
                </a:lnTo>
                <a:lnTo>
                  <a:pt x="7878" y="6178"/>
                </a:lnTo>
                <a:lnTo>
                  <a:pt x="7878" y="4312"/>
                </a:lnTo>
                <a:lnTo>
                  <a:pt x="7504" y="4312"/>
                </a:lnTo>
                <a:close/>
                <a:moveTo>
                  <a:pt x="9372" y="4312"/>
                </a:moveTo>
                <a:cubicBezTo>
                  <a:pt x="9372" y="4312"/>
                  <a:pt x="9444" y="5222"/>
                  <a:pt x="9470" y="5419"/>
                </a:cubicBezTo>
                <a:cubicBezTo>
                  <a:pt x="9495" y="5616"/>
                  <a:pt x="9541" y="5878"/>
                  <a:pt x="9708" y="5878"/>
                </a:cubicBezTo>
                <a:lnTo>
                  <a:pt x="9866" y="5878"/>
                </a:lnTo>
                <a:lnTo>
                  <a:pt x="9866" y="5109"/>
                </a:lnTo>
                <a:lnTo>
                  <a:pt x="9801" y="5109"/>
                </a:lnTo>
                <a:cubicBezTo>
                  <a:pt x="9755" y="5109"/>
                  <a:pt x="9728" y="5072"/>
                  <a:pt x="9710" y="4931"/>
                </a:cubicBezTo>
                <a:cubicBezTo>
                  <a:pt x="9694" y="4791"/>
                  <a:pt x="9648" y="4313"/>
                  <a:pt x="9648" y="4312"/>
                </a:cubicBezTo>
                <a:lnTo>
                  <a:pt x="9372" y="4312"/>
                </a:lnTo>
                <a:close/>
                <a:moveTo>
                  <a:pt x="10336" y="4312"/>
                </a:moveTo>
                <a:cubicBezTo>
                  <a:pt x="10252" y="4935"/>
                  <a:pt x="10199" y="5109"/>
                  <a:pt x="10016" y="5109"/>
                </a:cubicBezTo>
                <a:lnTo>
                  <a:pt x="10016" y="5869"/>
                </a:lnTo>
                <a:cubicBezTo>
                  <a:pt x="10247" y="5869"/>
                  <a:pt x="10382" y="5827"/>
                  <a:pt x="10488" y="5559"/>
                </a:cubicBezTo>
                <a:lnTo>
                  <a:pt x="11500" y="5559"/>
                </a:lnTo>
                <a:lnTo>
                  <a:pt x="11500" y="4716"/>
                </a:lnTo>
                <a:lnTo>
                  <a:pt x="10674" y="4716"/>
                </a:lnTo>
                <a:cubicBezTo>
                  <a:pt x="10693" y="4593"/>
                  <a:pt x="10712" y="4461"/>
                  <a:pt x="10732" y="4312"/>
                </a:cubicBezTo>
                <a:lnTo>
                  <a:pt x="10336" y="4312"/>
                </a:lnTo>
                <a:close/>
                <a:moveTo>
                  <a:pt x="11870" y="4312"/>
                </a:moveTo>
                <a:cubicBezTo>
                  <a:pt x="11870" y="4312"/>
                  <a:pt x="11942" y="5222"/>
                  <a:pt x="11967" y="5419"/>
                </a:cubicBezTo>
                <a:cubicBezTo>
                  <a:pt x="11993" y="5616"/>
                  <a:pt x="12039" y="5888"/>
                  <a:pt x="12204" y="5887"/>
                </a:cubicBezTo>
                <a:lnTo>
                  <a:pt x="12361" y="5887"/>
                </a:lnTo>
                <a:lnTo>
                  <a:pt x="12361" y="5109"/>
                </a:lnTo>
                <a:lnTo>
                  <a:pt x="12297" y="5109"/>
                </a:lnTo>
                <a:cubicBezTo>
                  <a:pt x="12251" y="5109"/>
                  <a:pt x="12225" y="5072"/>
                  <a:pt x="12208" y="4931"/>
                </a:cubicBezTo>
                <a:cubicBezTo>
                  <a:pt x="12192" y="4791"/>
                  <a:pt x="12144" y="4313"/>
                  <a:pt x="12144" y="4312"/>
                </a:cubicBezTo>
                <a:lnTo>
                  <a:pt x="11870" y="4312"/>
                </a:lnTo>
                <a:close/>
                <a:moveTo>
                  <a:pt x="19662" y="4312"/>
                </a:moveTo>
                <a:lnTo>
                  <a:pt x="19662" y="4631"/>
                </a:lnTo>
                <a:lnTo>
                  <a:pt x="19397" y="4631"/>
                </a:lnTo>
                <a:lnTo>
                  <a:pt x="19397" y="5297"/>
                </a:lnTo>
                <a:lnTo>
                  <a:pt x="19662" y="5297"/>
                </a:lnTo>
                <a:lnTo>
                  <a:pt x="19662" y="5578"/>
                </a:lnTo>
                <a:lnTo>
                  <a:pt x="20008" y="5578"/>
                </a:lnTo>
                <a:lnTo>
                  <a:pt x="20008" y="5297"/>
                </a:lnTo>
                <a:lnTo>
                  <a:pt x="20988" y="5297"/>
                </a:lnTo>
                <a:lnTo>
                  <a:pt x="20988" y="5578"/>
                </a:lnTo>
                <a:lnTo>
                  <a:pt x="21334" y="5578"/>
                </a:lnTo>
                <a:lnTo>
                  <a:pt x="21334" y="5297"/>
                </a:lnTo>
                <a:lnTo>
                  <a:pt x="21599" y="5297"/>
                </a:lnTo>
                <a:lnTo>
                  <a:pt x="21599" y="4631"/>
                </a:lnTo>
                <a:lnTo>
                  <a:pt x="21334" y="4631"/>
                </a:lnTo>
                <a:lnTo>
                  <a:pt x="21334" y="4312"/>
                </a:lnTo>
                <a:lnTo>
                  <a:pt x="20988" y="4312"/>
                </a:lnTo>
                <a:lnTo>
                  <a:pt x="20988" y="4631"/>
                </a:lnTo>
                <a:lnTo>
                  <a:pt x="20008" y="4631"/>
                </a:lnTo>
                <a:lnTo>
                  <a:pt x="20008" y="4312"/>
                </a:lnTo>
                <a:lnTo>
                  <a:pt x="19662" y="4312"/>
                </a:lnTo>
                <a:close/>
                <a:moveTo>
                  <a:pt x="12542" y="4425"/>
                </a:moveTo>
                <a:lnTo>
                  <a:pt x="12542" y="5325"/>
                </a:lnTo>
                <a:lnTo>
                  <a:pt x="13518" y="5325"/>
                </a:lnTo>
                <a:cubicBezTo>
                  <a:pt x="13444" y="5532"/>
                  <a:pt x="13369" y="5737"/>
                  <a:pt x="13294" y="5944"/>
                </a:cubicBezTo>
                <a:lnTo>
                  <a:pt x="13146" y="5944"/>
                </a:lnTo>
                <a:cubicBezTo>
                  <a:pt x="13124" y="5797"/>
                  <a:pt x="13101" y="5650"/>
                  <a:pt x="13079" y="5503"/>
                </a:cubicBezTo>
                <a:lnTo>
                  <a:pt x="12690" y="5503"/>
                </a:lnTo>
                <a:cubicBezTo>
                  <a:pt x="12712" y="5652"/>
                  <a:pt x="12736" y="5797"/>
                  <a:pt x="12757" y="5944"/>
                </a:cubicBezTo>
                <a:lnTo>
                  <a:pt x="12499" y="5944"/>
                </a:lnTo>
                <a:lnTo>
                  <a:pt x="12499" y="10087"/>
                </a:lnTo>
                <a:lnTo>
                  <a:pt x="12788" y="10087"/>
                </a:lnTo>
                <a:lnTo>
                  <a:pt x="12788" y="8934"/>
                </a:lnTo>
                <a:lnTo>
                  <a:pt x="13134" y="8934"/>
                </a:lnTo>
                <a:lnTo>
                  <a:pt x="13134" y="10087"/>
                </a:lnTo>
                <a:lnTo>
                  <a:pt x="13423" y="10087"/>
                </a:lnTo>
                <a:lnTo>
                  <a:pt x="13423" y="8934"/>
                </a:lnTo>
                <a:lnTo>
                  <a:pt x="13766" y="8934"/>
                </a:lnTo>
                <a:lnTo>
                  <a:pt x="13766" y="9394"/>
                </a:lnTo>
                <a:lnTo>
                  <a:pt x="13609" y="9394"/>
                </a:lnTo>
                <a:lnTo>
                  <a:pt x="13609" y="10087"/>
                </a:lnTo>
                <a:lnTo>
                  <a:pt x="13888" y="10087"/>
                </a:lnTo>
                <a:cubicBezTo>
                  <a:pt x="13979" y="10087"/>
                  <a:pt x="14053" y="9731"/>
                  <a:pt x="14053" y="9291"/>
                </a:cubicBezTo>
                <a:lnTo>
                  <a:pt x="14053" y="5944"/>
                </a:lnTo>
                <a:lnTo>
                  <a:pt x="13790" y="5944"/>
                </a:lnTo>
                <a:cubicBezTo>
                  <a:pt x="13864" y="5737"/>
                  <a:pt x="13937" y="5532"/>
                  <a:pt x="14012" y="5325"/>
                </a:cubicBezTo>
                <a:lnTo>
                  <a:pt x="14012" y="4425"/>
                </a:lnTo>
                <a:lnTo>
                  <a:pt x="12542" y="4425"/>
                </a:lnTo>
                <a:close/>
                <a:moveTo>
                  <a:pt x="14516" y="4425"/>
                </a:moveTo>
                <a:lnTo>
                  <a:pt x="14516" y="10031"/>
                </a:lnTo>
                <a:cubicBezTo>
                  <a:pt x="14516" y="10459"/>
                  <a:pt x="14526" y="11058"/>
                  <a:pt x="14449" y="11353"/>
                </a:cubicBezTo>
                <a:lnTo>
                  <a:pt x="14759" y="11353"/>
                </a:lnTo>
                <a:cubicBezTo>
                  <a:pt x="14829" y="11076"/>
                  <a:pt x="14826" y="10384"/>
                  <a:pt x="14826" y="9956"/>
                </a:cubicBezTo>
                <a:lnTo>
                  <a:pt x="14826" y="9019"/>
                </a:lnTo>
                <a:lnTo>
                  <a:pt x="15401" y="9019"/>
                </a:lnTo>
                <a:lnTo>
                  <a:pt x="15401" y="11353"/>
                </a:lnTo>
                <a:lnTo>
                  <a:pt x="15711" y="11353"/>
                </a:lnTo>
                <a:lnTo>
                  <a:pt x="15711" y="9019"/>
                </a:lnTo>
                <a:lnTo>
                  <a:pt x="16281" y="9019"/>
                </a:lnTo>
                <a:lnTo>
                  <a:pt x="16281" y="10078"/>
                </a:lnTo>
                <a:cubicBezTo>
                  <a:pt x="16281" y="10309"/>
                  <a:pt x="16246" y="10462"/>
                  <a:pt x="16166" y="10462"/>
                </a:cubicBezTo>
                <a:lnTo>
                  <a:pt x="16078" y="10462"/>
                </a:lnTo>
                <a:lnTo>
                  <a:pt x="16078" y="11353"/>
                </a:lnTo>
                <a:lnTo>
                  <a:pt x="16336" y="11353"/>
                </a:lnTo>
                <a:cubicBezTo>
                  <a:pt x="16543" y="11353"/>
                  <a:pt x="16601" y="10649"/>
                  <a:pt x="16601" y="10209"/>
                </a:cubicBezTo>
                <a:lnTo>
                  <a:pt x="16601" y="4425"/>
                </a:lnTo>
                <a:lnTo>
                  <a:pt x="14516" y="4425"/>
                </a:lnTo>
                <a:close/>
                <a:moveTo>
                  <a:pt x="16932" y="4425"/>
                </a:moveTo>
                <a:lnTo>
                  <a:pt x="16932" y="5325"/>
                </a:lnTo>
                <a:lnTo>
                  <a:pt x="17541" y="5325"/>
                </a:lnTo>
                <a:lnTo>
                  <a:pt x="17462" y="6816"/>
                </a:lnTo>
                <a:lnTo>
                  <a:pt x="16997" y="6816"/>
                </a:lnTo>
                <a:lnTo>
                  <a:pt x="16997" y="7716"/>
                </a:lnTo>
                <a:lnTo>
                  <a:pt x="17414" y="7716"/>
                </a:lnTo>
                <a:lnTo>
                  <a:pt x="17271" y="10444"/>
                </a:lnTo>
                <a:lnTo>
                  <a:pt x="16897" y="10444"/>
                </a:lnTo>
                <a:lnTo>
                  <a:pt x="16897" y="11344"/>
                </a:lnTo>
                <a:lnTo>
                  <a:pt x="19099" y="11344"/>
                </a:lnTo>
                <a:lnTo>
                  <a:pt x="19099" y="10444"/>
                </a:lnTo>
                <a:lnTo>
                  <a:pt x="18946" y="10444"/>
                </a:lnTo>
                <a:lnTo>
                  <a:pt x="18946" y="6816"/>
                </a:lnTo>
                <a:lnTo>
                  <a:pt x="17813" y="6816"/>
                </a:lnTo>
                <a:lnTo>
                  <a:pt x="17891" y="5325"/>
                </a:lnTo>
                <a:lnTo>
                  <a:pt x="19063" y="5325"/>
                </a:lnTo>
                <a:lnTo>
                  <a:pt x="19063" y="4425"/>
                </a:lnTo>
                <a:lnTo>
                  <a:pt x="16932" y="4425"/>
                </a:lnTo>
                <a:close/>
                <a:moveTo>
                  <a:pt x="14826" y="5325"/>
                </a:moveTo>
                <a:lnTo>
                  <a:pt x="15401" y="5325"/>
                </a:lnTo>
                <a:lnTo>
                  <a:pt x="15401" y="6291"/>
                </a:lnTo>
                <a:lnTo>
                  <a:pt x="14826" y="6291"/>
                </a:lnTo>
                <a:lnTo>
                  <a:pt x="14826" y="5325"/>
                </a:lnTo>
                <a:close/>
                <a:moveTo>
                  <a:pt x="15711" y="5325"/>
                </a:moveTo>
                <a:lnTo>
                  <a:pt x="16281" y="5325"/>
                </a:lnTo>
                <a:lnTo>
                  <a:pt x="16281" y="6291"/>
                </a:lnTo>
                <a:lnTo>
                  <a:pt x="15711" y="6291"/>
                </a:lnTo>
                <a:lnTo>
                  <a:pt x="15711" y="5325"/>
                </a:lnTo>
                <a:close/>
                <a:moveTo>
                  <a:pt x="20325" y="5559"/>
                </a:moveTo>
                <a:lnTo>
                  <a:pt x="20325" y="5841"/>
                </a:lnTo>
                <a:lnTo>
                  <a:pt x="19468" y="5841"/>
                </a:lnTo>
                <a:lnTo>
                  <a:pt x="19468" y="6459"/>
                </a:lnTo>
                <a:lnTo>
                  <a:pt x="20325" y="6459"/>
                </a:lnTo>
                <a:lnTo>
                  <a:pt x="20325" y="6769"/>
                </a:lnTo>
                <a:lnTo>
                  <a:pt x="19397" y="6769"/>
                </a:lnTo>
                <a:lnTo>
                  <a:pt x="19397" y="7387"/>
                </a:lnTo>
                <a:lnTo>
                  <a:pt x="20110" y="7387"/>
                </a:lnTo>
                <a:cubicBezTo>
                  <a:pt x="20095" y="7490"/>
                  <a:pt x="20079" y="7598"/>
                  <a:pt x="20070" y="7650"/>
                </a:cubicBezTo>
                <a:cubicBezTo>
                  <a:pt x="20050" y="7758"/>
                  <a:pt x="20019" y="7791"/>
                  <a:pt x="19967" y="7791"/>
                </a:cubicBezTo>
                <a:lnTo>
                  <a:pt x="19397" y="7791"/>
                </a:lnTo>
                <a:lnTo>
                  <a:pt x="19397" y="8381"/>
                </a:lnTo>
                <a:lnTo>
                  <a:pt x="19726" y="8381"/>
                </a:lnTo>
                <a:cubicBezTo>
                  <a:pt x="19711" y="8484"/>
                  <a:pt x="19677" y="8728"/>
                  <a:pt x="19662" y="8812"/>
                </a:cubicBezTo>
                <a:cubicBezTo>
                  <a:pt x="19642" y="8921"/>
                  <a:pt x="19611" y="8953"/>
                  <a:pt x="19559" y="8953"/>
                </a:cubicBezTo>
                <a:lnTo>
                  <a:pt x="19397" y="8953"/>
                </a:lnTo>
                <a:lnTo>
                  <a:pt x="19397" y="9534"/>
                </a:lnTo>
                <a:lnTo>
                  <a:pt x="19666" y="9534"/>
                </a:lnTo>
                <a:cubicBezTo>
                  <a:pt x="19807" y="9534"/>
                  <a:pt x="19869" y="9428"/>
                  <a:pt x="19905" y="9309"/>
                </a:cubicBezTo>
                <a:lnTo>
                  <a:pt x="20869" y="9309"/>
                </a:lnTo>
                <a:lnTo>
                  <a:pt x="20490" y="9928"/>
                </a:lnTo>
                <a:lnTo>
                  <a:pt x="20361" y="9722"/>
                </a:lnTo>
                <a:lnTo>
                  <a:pt x="19743" y="9722"/>
                </a:lnTo>
                <a:lnTo>
                  <a:pt x="20177" y="10434"/>
                </a:lnTo>
                <a:lnTo>
                  <a:pt x="20070" y="10603"/>
                </a:lnTo>
                <a:cubicBezTo>
                  <a:pt x="20027" y="10671"/>
                  <a:pt x="19982" y="10706"/>
                  <a:pt x="19936" y="10706"/>
                </a:cubicBezTo>
                <a:lnTo>
                  <a:pt x="19397" y="10706"/>
                </a:lnTo>
                <a:lnTo>
                  <a:pt x="19397" y="11344"/>
                </a:lnTo>
                <a:lnTo>
                  <a:pt x="20175" y="11344"/>
                </a:lnTo>
                <a:cubicBezTo>
                  <a:pt x="20242" y="11344"/>
                  <a:pt x="20310" y="11294"/>
                  <a:pt x="20373" y="11194"/>
                </a:cubicBezTo>
                <a:lnTo>
                  <a:pt x="20506" y="10969"/>
                </a:lnTo>
                <a:lnTo>
                  <a:pt x="20640" y="11194"/>
                </a:lnTo>
                <a:cubicBezTo>
                  <a:pt x="20703" y="11296"/>
                  <a:pt x="20770" y="11344"/>
                  <a:pt x="20838" y="11344"/>
                </a:cubicBezTo>
                <a:lnTo>
                  <a:pt x="21599" y="11344"/>
                </a:lnTo>
                <a:lnTo>
                  <a:pt x="21599" y="10706"/>
                </a:lnTo>
                <a:lnTo>
                  <a:pt x="21062" y="10706"/>
                </a:lnTo>
                <a:cubicBezTo>
                  <a:pt x="21018" y="10706"/>
                  <a:pt x="20974" y="10677"/>
                  <a:pt x="20933" y="10612"/>
                </a:cubicBezTo>
                <a:lnTo>
                  <a:pt x="20828" y="10453"/>
                </a:lnTo>
                <a:lnTo>
                  <a:pt x="21527" y="9319"/>
                </a:lnTo>
                <a:lnTo>
                  <a:pt x="21527" y="8691"/>
                </a:lnTo>
                <a:lnTo>
                  <a:pt x="20003" y="8691"/>
                </a:lnTo>
                <a:cubicBezTo>
                  <a:pt x="20019" y="8564"/>
                  <a:pt x="20031" y="8453"/>
                  <a:pt x="20039" y="8391"/>
                </a:cubicBezTo>
                <a:lnTo>
                  <a:pt x="20086" y="8391"/>
                </a:lnTo>
                <a:cubicBezTo>
                  <a:pt x="20275" y="8391"/>
                  <a:pt x="20327" y="8185"/>
                  <a:pt x="20356" y="8034"/>
                </a:cubicBezTo>
                <a:cubicBezTo>
                  <a:pt x="20374" y="7936"/>
                  <a:pt x="20413" y="7606"/>
                  <a:pt x="20439" y="7387"/>
                </a:cubicBezTo>
                <a:lnTo>
                  <a:pt x="20657" y="7387"/>
                </a:lnTo>
                <a:lnTo>
                  <a:pt x="20657" y="7819"/>
                </a:lnTo>
                <a:cubicBezTo>
                  <a:pt x="20657" y="8142"/>
                  <a:pt x="20736" y="8400"/>
                  <a:pt x="20833" y="8400"/>
                </a:cubicBezTo>
                <a:lnTo>
                  <a:pt x="21599" y="8400"/>
                </a:lnTo>
                <a:lnTo>
                  <a:pt x="21599" y="7800"/>
                </a:lnTo>
                <a:lnTo>
                  <a:pt x="21043" y="7800"/>
                </a:lnTo>
                <a:cubicBezTo>
                  <a:pt x="21011" y="7800"/>
                  <a:pt x="20983" y="7710"/>
                  <a:pt x="20983" y="7603"/>
                </a:cubicBezTo>
                <a:lnTo>
                  <a:pt x="20983" y="7387"/>
                </a:lnTo>
                <a:lnTo>
                  <a:pt x="21599" y="7387"/>
                </a:lnTo>
                <a:lnTo>
                  <a:pt x="21599" y="6769"/>
                </a:lnTo>
                <a:lnTo>
                  <a:pt x="20671" y="6769"/>
                </a:lnTo>
                <a:lnTo>
                  <a:pt x="20671" y="6459"/>
                </a:lnTo>
                <a:lnTo>
                  <a:pt x="21527" y="6459"/>
                </a:lnTo>
                <a:lnTo>
                  <a:pt x="21527" y="5841"/>
                </a:lnTo>
                <a:lnTo>
                  <a:pt x="20671" y="5841"/>
                </a:lnTo>
                <a:lnTo>
                  <a:pt x="20671" y="5559"/>
                </a:lnTo>
                <a:lnTo>
                  <a:pt x="20325" y="5559"/>
                </a:lnTo>
                <a:close/>
                <a:moveTo>
                  <a:pt x="11905" y="6084"/>
                </a:moveTo>
                <a:lnTo>
                  <a:pt x="11905" y="6994"/>
                </a:lnTo>
                <a:lnTo>
                  <a:pt x="12065" y="6994"/>
                </a:lnTo>
                <a:lnTo>
                  <a:pt x="12065" y="9928"/>
                </a:lnTo>
                <a:cubicBezTo>
                  <a:pt x="12065" y="10207"/>
                  <a:pt x="12019" y="10425"/>
                  <a:pt x="11963" y="10425"/>
                </a:cubicBezTo>
                <a:lnTo>
                  <a:pt x="11905" y="10425"/>
                </a:lnTo>
                <a:lnTo>
                  <a:pt x="11905" y="11334"/>
                </a:lnTo>
                <a:lnTo>
                  <a:pt x="12134" y="11334"/>
                </a:lnTo>
                <a:cubicBezTo>
                  <a:pt x="12166" y="11334"/>
                  <a:pt x="12179" y="11329"/>
                  <a:pt x="12211" y="11269"/>
                </a:cubicBezTo>
                <a:cubicBezTo>
                  <a:pt x="12234" y="11217"/>
                  <a:pt x="12256" y="11162"/>
                  <a:pt x="12280" y="11109"/>
                </a:cubicBezTo>
                <a:cubicBezTo>
                  <a:pt x="12299" y="11158"/>
                  <a:pt x="12318" y="11209"/>
                  <a:pt x="12337" y="11259"/>
                </a:cubicBezTo>
                <a:cubicBezTo>
                  <a:pt x="12369" y="11326"/>
                  <a:pt x="12388" y="11334"/>
                  <a:pt x="12433" y="11334"/>
                </a:cubicBezTo>
                <a:lnTo>
                  <a:pt x="14110" y="11334"/>
                </a:lnTo>
                <a:lnTo>
                  <a:pt x="14110" y="10425"/>
                </a:lnTo>
                <a:lnTo>
                  <a:pt x="12457" y="10425"/>
                </a:lnTo>
                <a:cubicBezTo>
                  <a:pt x="12400" y="10425"/>
                  <a:pt x="12354" y="10205"/>
                  <a:pt x="12354" y="9928"/>
                </a:cubicBezTo>
                <a:lnTo>
                  <a:pt x="12354" y="6084"/>
                </a:lnTo>
                <a:lnTo>
                  <a:pt x="11905" y="6084"/>
                </a:lnTo>
                <a:close/>
                <a:moveTo>
                  <a:pt x="10016" y="6244"/>
                </a:moveTo>
                <a:lnTo>
                  <a:pt x="10016" y="7134"/>
                </a:lnTo>
                <a:lnTo>
                  <a:pt x="11400" y="7134"/>
                </a:lnTo>
                <a:lnTo>
                  <a:pt x="11400" y="6244"/>
                </a:lnTo>
                <a:lnTo>
                  <a:pt x="10016" y="6244"/>
                </a:lnTo>
                <a:close/>
                <a:moveTo>
                  <a:pt x="9310" y="6291"/>
                </a:moveTo>
                <a:cubicBezTo>
                  <a:pt x="9310" y="6291"/>
                  <a:pt x="9382" y="7200"/>
                  <a:pt x="9407" y="7397"/>
                </a:cubicBezTo>
                <a:cubicBezTo>
                  <a:pt x="9433" y="7594"/>
                  <a:pt x="9479" y="7856"/>
                  <a:pt x="9646" y="7856"/>
                </a:cubicBezTo>
                <a:lnTo>
                  <a:pt x="9866" y="7856"/>
                </a:lnTo>
                <a:lnTo>
                  <a:pt x="9866" y="7087"/>
                </a:lnTo>
                <a:lnTo>
                  <a:pt x="9739" y="7087"/>
                </a:lnTo>
                <a:cubicBezTo>
                  <a:pt x="9693" y="7087"/>
                  <a:pt x="9668" y="7041"/>
                  <a:pt x="9651" y="6900"/>
                </a:cubicBezTo>
                <a:cubicBezTo>
                  <a:pt x="9634" y="6759"/>
                  <a:pt x="9586" y="6291"/>
                  <a:pt x="9586" y="6291"/>
                </a:cubicBezTo>
                <a:lnTo>
                  <a:pt x="9310" y="6291"/>
                </a:lnTo>
                <a:close/>
                <a:moveTo>
                  <a:pt x="12788" y="6647"/>
                </a:moveTo>
                <a:lnTo>
                  <a:pt x="13134" y="6647"/>
                </a:lnTo>
                <a:lnTo>
                  <a:pt x="13134" y="7087"/>
                </a:lnTo>
                <a:lnTo>
                  <a:pt x="12788" y="7087"/>
                </a:lnTo>
                <a:lnTo>
                  <a:pt x="12788" y="6647"/>
                </a:lnTo>
                <a:close/>
                <a:moveTo>
                  <a:pt x="13423" y="6647"/>
                </a:moveTo>
                <a:lnTo>
                  <a:pt x="13766" y="6647"/>
                </a:lnTo>
                <a:lnTo>
                  <a:pt x="13766" y="7087"/>
                </a:lnTo>
                <a:lnTo>
                  <a:pt x="13423" y="7087"/>
                </a:lnTo>
                <a:lnTo>
                  <a:pt x="13423" y="6647"/>
                </a:lnTo>
                <a:close/>
                <a:moveTo>
                  <a:pt x="14826" y="7181"/>
                </a:moveTo>
                <a:lnTo>
                  <a:pt x="15401" y="7181"/>
                </a:lnTo>
                <a:lnTo>
                  <a:pt x="15401" y="8119"/>
                </a:lnTo>
                <a:lnTo>
                  <a:pt x="14826" y="8119"/>
                </a:lnTo>
                <a:lnTo>
                  <a:pt x="14826" y="7181"/>
                </a:lnTo>
                <a:close/>
                <a:moveTo>
                  <a:pt x="15711" y="7181"/>
                </a:moveTo>
                <a:lnTo>
                  <a:pt x="16281" y="7181"/>
                </a:lnTo>
                <a:lnTo>
                  <a:pt x="16281" y="8119"/>
                </a:lnTo>
                <a:lnTo>
                  <a:pt x="15711" y="8119"/>
                </a:lnTo>
                <a:lnTo>
                  <a:pt x="15711" y="7181"/>
                </a:lnTo>
                <a:close/>
                <a:moveTo>
                  <a:pt x="2040" y="7200"/>
                </a:moveTo>
                <a:lnTo>
                  <a:pt x="3421" y="7200"/>
                </a:lnTo>
                <a:cubicBezTo>
                  <a:pt x="3474" y="7212"/>
                  <a:pt x="3527" y="7296"/>
                  <a:pt x="3567" y="7434"/>
                </a:cubicBezTo>
                <a:cubicBezTo>
                  <a:pt x="3616" y="7597"/>
                  <a:pt x="3645" y="7840"/>
                  <a:pt x="3648" y="8091"/>
                </a:cubicBezTo>
                <a:lnTo>
                  <a:pt x="3648" y="13519"/>
                </a:lnTo>
                <a:cubicBezTo>
                  <a:pt x="3645" y="13738"/>
                  <a:pt x="3622" y="13951"/>
                  <a:pt x="3584" y="14109"/>
                </a:cubicBezTo>
                <a:cubicBezTo>
                  <a:pt x="3542" y="14286"/>
                  <a:pt x="3485" y="14388"/>
                  <a:pt x="3424" y="14400"/>
                </a:cubicBezTo>
                <a:lnTo>
                  <a:pt x="2040" y="14400"/>
                </a:lnTo>
                <a:cubicBezTo>
                  <a:pt x="1983" y="14388"/>
                  <a:pt x="1928" y="14304"/>
                  <a:pt x="1887" y="14147"/>
                </a:cubicBezTo>
                <a:cubicBezTo>
                  <a:pt x="1844" y="13984"/>
                  <a:pt x="1819" y="13752"/>
                  <a:pt x="1816" y="13519"/>
                </a:cubicBezTo>
                <a:lnTo>
                  <a:pt x="1816" y="8091"/>
                </a:lnTo>
                <a:cubicBezTo>
                  <a:pt x="1819" y="7852"/>
                  <a:pt x="1845" y="7616"/>
                  <a:pt x="1890" y="7453"/>
                </a:cubicBezTo>
                <a:cubicBezTo>
                  <a:pt x="1930" y="7302"/>
                  <a:pt x="1985" y="7214"/>
                  <a:pt x="2040" y="7200"/>
                </a:cubicBezTo>
                <a:close/>
                <a:moveTo>
                  <a:pt x="2042" y="7669"/>
                </a:moveTo>
                <a:cubicBezTo>
                  <a:pt x="2001" y="7681"/>
                  <a:pt x="1962" y="7783"/>
                  <a:pt x="1945" y="7931"/>
                </a:cubicBezTo>
                <a:cubicBezTo>
                  <a:pt x="1937" y="7994"/>
                  <a:pt x="1933" y="8069"/>
                  <a:pt x="1933" y="8137"/>
                </a:cubicBezTo>
                <a:cubicBezTo>
                  <a:pt x="1933" y="9919"/>
                  <a:pt x="1933" y="11699"/>
                  <a:pt x="1933" y="13481"/>
                </a:cubicBezTo>
                <a:cubicBezTo>
                  <a:pt x="1933" y="13692"/>
                  <a:pt x="1975" y="13891"/>
                  <a:pt x="2028" y="13931"/>
                </a:cubicBezTo>
                <a:cubicBezTo>
                  <a:pt x="2044" y="13945"/>
                  <a:pt x="2060" y="13939"/>
                  <a:pt x="2076" y="13941"/>
                </a:cubicBezTo>
                <a:lnTo>
                  <a:pt x="3410" y="13941"/>
                </a:lnTo>
                <a:cubicBezTo>
                  <a:pt x="3443" y="13941"/>
                  <a:pt x="3478" y="13887"/>
                  <a:pt x="3500" y="13791"/>
                </a:cubicBezTo>
                <a:cubicBezTo>
                  <a:pt x="3520" y="13706"/>
                  <a:pt x="3531" y="13586"/>
                  <a:pt x="3531" y="13472"/>
                </a:cubicBezTo>
                <a:cubicBezTo>
                  <a:pt x="3531" y="11690"/>
                  <a:pt x="3531" y="9912"/>
                  <a:pt x="3531" y="8128"/>
                </a:cubicBezTo>
                <a:cubicBezTo>
                  <a:pt x="3531" y="7937"/>
                  <a:pt x="3498" y="7759"/>
                  <a:pt x="3452" y="7697"/>
                </a:cubicBezTo>
                <a:cubicBezTo>
                  <a:pt x="3428" y="7661"/>
                  <a:pt x="3401" y="7671"/>
                  <a:pt x="3376" y="7669"/>
                </a:cubicBezTo>
                <a:cubicBezTo>
                  <a:pt x="2931" y="7669"/>
                  <a:pt x="2487" y="7669"/>
                  <a:pt x="2042" y="7669"/>
                </a:cubicBezTo>
                <a:close/>
                <a:moveTo>
                  <a:pt x="17767" y="7716"/>
                </a:moveTo>
                <a:lnTo>
                  <a:pt x="18605" y="7716"/>
                </a:lnTo>
                <a:lnTo>
                  <a:pt x="18605" y="10444"/>
                </a:lnTo>
                <a:lnTo>
                  <a:pt x="17622" y="10444"/>
                </a:lnTo>
                <a:lnTo>
                  <a:pt x="17767" y="7716"/>
                </a:lnTo>
                <a:close/>
                <a:moveTo>
                  <a:pt x="10016" y="7744"/>
                </a:moveTo>
                <a:lnTo>
                  <a:pt x="10016" y="8653"/>
                </a:lnTo>
                <a:lnTo>
                  <a:pt x="11063" y="8653"/>
                </a:lnTo>
                <a:cubicBezTo>
                  <a:pt x="11063" y="9854"/>
                  <a:pt x="11162" y="10557"/>
                  <a:pt x="11290" y="10941"/>
                </a:cubicBezTo>
                <a:cubicBezTo>
                  <a:pt x="11418" y="11324"/>
                  <a:pt x="11600" y="11344"/>
                  <a:pt x="11600" y="11344"/>
                </a:cubicBezTo>
                <a:lnTo>
                  <a:pt x="11600" y="10387"/>
                </a:lnTo>
                <a:cubicBezTo>
                  <a:pt x="11431" y="10088"/>
                  <a:pt x="11395" y="9596"/>
                  <a:pt x="11395" y="8784"/>
                </a:cubicBezTo>
                <a:lnTo>
                  <a:pt x="11395" y="7744"/>
                </a:lnTo>
                <a:lnTo>
                  <a:pt x="10016" y="7744"/>
                </a:lnTo>
                <a:close/>
                <a:moveTo>
                  <a:pt x="12788" y="7781"/>
                </a:moveTo>
                <a:lnTo>
                  <a:pt x="13134" y="7781"/>
                </a:lnTo>
                <a:lnTo>
                  <a:pt x="13134" y="8241"/>
                </a:lnTo>
                <a:lnTo>
                  <a:pt x="12788" y="8241"/>
                </a:lnTo>
                <a:lnTo>
                  <a:pt x="12788" y="7781"/>
                </a:lnTo>
                <a:close/>
                <a:moveTo>
                  <a:pt x="13423" y="7781"/>
                </a:moveTo>
                <a:lnTo>
                  <a:pt x="13766" y="7781"/>
                </a:lnTo>
                <a:lnTo>
                  <a:pt x="13766" y="8241"/>
                </a:lnTo>
                <a:lnTo>
                  <a:pt x="13423" y="8241"/>
                </a:lnTo>
                <a:lnTo>
                  <a:pt x="13423" y="7781"/>
                </a:lnTo>
                <a:close/>
                <a:moveTo>
                  <a:pt x="9601" y="8653"/>
                </a:moveTo>
                <a:cubicBezTo>
                  <a:pt x="9601" y="8653"/>
                  <a:pt x="9495" y="9835"/>
                  <a:pt x="9460" y="10134"/>
                </a:cubicBezTo>
                <a:cubicBezTo>
                  <a:pt x="9433" y="10367"/>
                  <a:pt x="9387" y="10387"/>
                  <a:pt x="9341" y="10387"/>
                </a:cubicBezTo>
                <a:lnTo>
                  <a:pt x="9314" y="10387"/>
                </a:lnTo>
                <a:lnTo>
                  <a:pt x="9314" y="11344"/>
                </a:lnTo>
                <a:lnTo>
                  <a:pt x="9481" y="11344"/>
                </a:lnTo>
                <a:cubicBezTo>
                  <a:pt x="9626" y="11316"/>
                  <a:pt x="9709" y="10930"/>
                  <a:pt x="9751" y="10444"/>
                </a:cubicBezTo>
                <a:cubicBezTo>
                  <a:pt x="9792" y="9960"/>
                  <a:pt x="9892" y="8653"/>
                  <a:pt x="9892" y="8653"/>
                </a:cubicBezTo>
                <a:lnTo>
                  <a:pt x="9601" y="8653"/>
                </a:lnTo>
                <a:close/>
                <a:moveTo>
                  <a:pt x="2303" y="9066"/>
                </a:moveTo>
                <a:cubicBezTo>
                  <a:pt x="2387" y="9066"/>
                  <a:pt x="2471" y="9066"/>
                  <a:pt x="2555" y="9066"/>
                </a:cubicBezTo>
                <a:cubicBezTo>
                  <a:pt x="2555" y="9939"/>
                  <a:pt x="2555" y="10807"/>
                  <a:pt x="2555" y="11681"/>
                </a:cubicBezTo>
                <a:cubicBezTo>
                  <a:pt x="2555" y="11940"/>
                  <a:pt x="2520" y="12185"/>
                  <a:pt x="2467" y="12337"/>
                </a:cubicBezTo>
                <a:cubicBezTo>
                  <a:pt x="2422" y="12472"/>
                  <a:pt x="2364" y="12540"/>
                  <a:pt x="2307" y="12544"/>
                </a:cubicBezTo>
                <a:cubicBezTo>
                  <a:pt x="2281" y="12544"/>
                  <a:pt x="2255" y="12544"/>
                  <a:pt x="2229" y="12544"/>
                </a:cubicBezTo>
                <a:cubicBezTo>
                  <a:pt x="2229" y="12389"/>
                  <a:pt x="2229" y="12239"/>
                  <a:pt x="2229" y="12084"/>
                </a:cubicBezTo>
                <a:cubicBezTo>
                  <a:pt x="2255" y="12084"/>
                  <a:pt x="2281" y="12084"/>
                  <a:pt x="2307" y="12084"/>
                </a:cubicBezTo>
                <a:cubicBezTo>
                  <a:pt x="2348" y="12080"/>
                  <a:pt x="2390" y="12000"/>
                  <a:pt x="2410" y="11859"/>
                </a:cubicBezTo>
                <a:cubicBezTo>
                  <a:pt x="2424" y="11771"/>
                  <a:pt x="2422" y="11660"/>
                  <a:pt x="2422" y="11559"/>
                </a:cubicBezTo>
                <a:cubicBezTo>
                  <a:pt x="2395" y="11559"/>
                  <a:pt x="2370" y="11559"/>
                  <a:pt x="2343" y="11559"/>
                </a:cubicBezTo>
                <a:cubicBezTo>
                  <a:pt x="2313" y="11559"/>
                  <a:pt x="2281" y="11566"/>
                  <a:pt x="2252" y="11522"/>
                </a:cubicBezTo>
                <a:cubicBezTo>
                  <a:pt x="2196" y="11446"/>
                  <a:pt x="2155" y="11230"/>
                  <a:pt x="2155" y="10997"/>
                </a:cubicBezTo>
                <a:cubicBezTo>
                  <a:pt x="2155" y="10547"/>
                  <a:pt x="2155" y="10097"/>
                  <a:pt x="2155" y="9647"/>
                </a:cubicBezTo>
                <a:cubicBezTo>
                  <a:pt x="2155" y="9498"/>
                  <a:pt x="2169" y="9350"/>
                  <a:pt x="2195" y="9244"/>
                </a:cubicBezTo>
                <a:cubicBezTo>
                  <a:pt x="2222" y="9131"/>
                  <a:pt x="2263" y="9066"/>
                  <a:pt x="2303" y="9066"/>
                </a:cubicBezTo>
                <a:close/>
                <a:moveTo>
                  <a:pt x="2644" y="9066"/>
                </a:moveTo>
                <a:cubicBezTo>
                  <a:pt x="2816" y="9066"/>
                  <a:pt x="2989" y="9066"/>
                  <a:pt x="3161" y="9066"/>
                </a:cubicBezTo>
                <a:cubicBezTo>
                  <a:pt x="3200" y="9066"/>
                  <a:pt x="3237" y="9121"/>
                  <a:pt x="3264" y="9225"/>
                </a:cubicBezTo>
                <a:cubicBezTo>
                  <a:pt x="3292" y="9333"/>
                  <a:pt x="3310" y="9492"/>
                  <a:pt x="3309" y="9647"/>
                </a:cubicBezTo>
                <a:cubicBezTo>
                  <a:pt x="3309" y="10286"/>
                  <a:pt x="3309" y="10921"/>
                  <a:pt x="3309" y="11559"/>
                </a:cubicBezTo>
                <a:cubicBezTo>
                  <a:pt x="3265" y="11559"/>
                  <a:pt x="3220" y="11559"/>
                  <a:pt x="3176" y="11559"/>
                </a:cubicBezTo>
                <a:cubicBezTo>
                  <a:pt x="3176" y="10941"/>
                  <a:pt x="3176" y="10322"/>
                  <a:pt x="3176" y="9703"/>
                </a:cubicBezTo>
                <a:cubicBezTo>
                  <a:pt x="3176" y="9609"/>
                  <a:pt x="3154" y="9521"/>
                  <a:pt x="3130" y="9525"/>
                </a:cubicBezTo>
                <a:cubicBezTo>
                  <a:pt x="3101" y="9525"/>
                  <a:pt x="3071" y="9525"/>
                  <a:pt x="3042" y="9525"/>
                </a:cubicBezTo>
                <a:cubicBezTo>
                  <a:pt x="3042" y="10202"/>
                  <a:pt x="3042" y="10882"/>
                  <a:pt x="3042" y="11559"/>
                </a:cubicBezTo>
                <a:cubicBezTo>
                  <a:pt x="2998" y="11559"/>
                  <a:pt x="2953" y="11559"/>
                  <a:pt x="2909" y="11559"/>
                </a:cubicBezTo>
                <a:cubicBezTo>
                  <a:pt x="2909" y="10882"/>
                  <a:pt x="2909" y="10202"/>
                  <a:pt x="2909" y="9525"/>
                </a:cubicBezTo>
                <a:cubicBezTo>
                  <a:pt x="2864" y="9525"/>
                  <a:pt x="2822" y="9525"/>
                  <a:pt x="2777" y="9525"/>
                </a:cubicBezTo>
                <a:cubicBezTo>
                  <a:pt x="2777" y="10202"/>
                  <a:pt x="2777" y="10882"/>
                  <a:pt x="2777" y="11559"/>
                </a:cubicBezTo>
                <a:lnTo>
                  <a:pt x="2644" y="11559"/>
                </a:lnTo>
                <a:cubicBezTo>
                  <a:pt x="2644" y="10728"/>
                  <a:pt x="2644" y="9897"/>
                  <a:pt x="2644" y="9066"/>
                </a:cubicBezTo>
                <a:close/>
                <a:moveTo>
                  <a:pt x="2331" y="9525"/>
                </a:moveTo>
                <a:cubicBezTo>
                  <a:pt x="2308" y="9525"/>
                  <a:pt x="2287" y="9603"/>
                  <a:pt x="2288" y="9694"/>
                </a:cubicBezTo>
                <a:lnTo>
                  <a:pt x="2288" y="9703"/>
                </a:lnTo>
                <a:cubicBezTo>
                  <a:pt x="2288" y="10109"/>
                  <a:pt x="2288" y="10509"/>
                  <a:pt x="2288" y="10912"/>
                </a:cubicBezTo>
                <a:cubicBezTo>
                  <a:pt x="2287" y="11003"/>
                  <a:pt x="2308" y="11089"/>
                  <a:pt x="2331" y="11091"/>
                </a:cubicBezTo>
                <a:cubicBezTo>
                  <a:pt x="2361" y="11091"/>
                  <a:pt x="2391" y="11091"/>
                  <a:pt x="2422" y="11091"/>
                </a:cubicBezTo>
                <a:cubicBezTo>
                  <a:pt x="2422" y="10568"/>
                  <a:pt x="2422" y="10049"/>
                  <a:pt x="2422" y="9525"/>
                </a:cubicBezTo>
                <a:cubicBezTo>
                  <a:pt x="2392" y="9525"/>
                  <a:pt x="2361" y="9525"/>
                  <a:pt x="2331" y="9525"/>
                </a:cubicBezTo>
                <a:close/>
                <a:moveTo>
                  <a:pt x="4412" y="10078"/>
                </a:moveTo>
                <a:cubicBezTo>
                  <a:pt x="4404" y="10078"/>
                  <a:pt x="4400" y="10081"/>
                  <a:pt x="4397" y="10087"/>
                </a:cubicBezTo>
                <a:cubicBezTo>
                  <a:pt x="4392" y="10098"/>
                  <a:pt x="4391" y="10124"/>
                  <a:pt x="4392" y="10144"/>
                </a:cubicBezTo>
                <a:cubicBezTo>
                  <a:pt x="4393" y="10152"/>
                  <a:pt x="4393" y="10160"/>
                  <a:pt x="4395" y="10172"/>
                </a:cubicBezTo>
                <a:cubicBezTo>
                  <a:pt x="4410" y="10266"/>
                  <a:pt x="4495" y="10781"/>
                  <a:pt x="4500" y="10809"/>
                </a:cubicBezTo>
                <a:cubicBezTo>
                  <a:pt x="4505" y="10840"/>
                  <a:pt x="4512" y="10880"/>
                  <a:pt x="4519" y="10912"/>
                </a:cubicBezTo>
                <a:cubicBezTo>
                  <a:pt x="4529" y="10955"/>
                  <a:pt x="4536" y="10977"/>
                  <a:pt x="4548" y="10997"/>
                </a:cubicBezTo>
                <a:cubicBezTo>
                  <a:pt x="4560" y="11019"/>
                  <a:pt x="4578" y="11032"/>
                  <a:pt x="4605" y="11034"/>
                </a:cubicBezTo>
                <a:cubicBezTo>
                  <a:pt x="4620" y="11034"/>
                  <a:pt x="4641" y="11044"/>
                  <a:pt x="4662" y="11044"/>
                </a:cubicBezTo>
                <a:cubicBezTo>
                  <a:pt x="4734" y="11044"/>
                  <a:pt x="4981" y="11044"/>
                  <a:pt x="5046" y="11044"/>
                </a:cubicBezTo>
                <a:cubicBezTo>
                  <a:pt x="5059" y="11044"/>
                  <a:pt x="5060" y="11044"/>
                  <a:pt x="5070" y="11044"/>
                </a:cubicBezTo>
                <a:cubicBezTo>
                  <a:pt x="5095" y="11048"/>
                  <a:pt x="5113" y="11105"/>
                  <a:pt x="5115" y="11203"/>
                </a:cubicBezTo>
                <a:cubicBezTo>
                  <a:pt x="5116" y="11233"/>
                  <a:pt x="5115" y="11281"/>
                  <a:pt x="5115" y="11297"/>
                </a:cubicBezTo>
                <a:cubicBezTo>
                  <a:pt x="5115" y="11347"/>
                  <a:pt x="5114" y="11397"/>
                  <a:pt x="5113" y="11447"/>
                </a:cubicBezTo>
                <a:cubicBezTo>
                  <a:pt x="5046" y="16641"/>
                  <a:pt x="3953" y="20775"/>
                  <a:pt x="2615" y="20775"/>
                </a:cubicBezTo>
                <a:cubicBezTo>
                  <a:pt x="1409" y="20775"/>
                  <a:pt x="402" y="17420"/>
                  <a:pt x="165" y="12956"/>
                </a:cubicBezTo>
                <a:lnTo>
                  <a:pt x="38" y="12956"/>
                </a:lnTo>
                <a:cubicBezTo>
                  <a:pt x="73" y="13621"/>
                  <a:pt x="122" y="14263"/>
                  <a:pt x="186" y="14878"/>
                </a:cubicBezTo>
                <a:cubicBezTo>
                  <a:pt x="596" y="18821"/>
                  <a:pt x="1583" y="21600"/>
                  <a:pt x="2734" y="21600"/>
                </a:cubicBezTo>
                <a:cubicBezTo>
                  <a:pt x="3695" y="21600"/>
                  <a:pt x="4540" y="19669"/>
                  <a:pt x="5032" y="16734"/>
                </a:cubicBezTo>
                <a:cubicBezTo>
                  <a:pt x="5291" y="15149"/>
                  <a:pt x="5447" y="13275"/>
                  <a:pt x="5464" y="11269"/>
                </a:cubicBezTo>
                <a:cubicBezTo>
                  <a:pt x="5465" y="11148"/>
                  <a:pt x="5465" y="10821"/>
                  <a:pt x="5461" y="10622"/>
                </a:cubicBezTo>
                <a:lnTo>
                  <a:pt x="5459" y="10631"/>
                </a:lnTo>
                <a:cubicBezTo>
                  <a:pt x="5456" y="10483"/>
                  <a:pt x="5456" y="10318"/>
                  <a:pt x="5426" y="10209"/>
                </a:cubicBezTo>
                <a:cubicBezTo>
                  <a:pt x="5400" y="10117"/>
                  <a:pt x="5369" y="10107"/>
                  <a:pt x="5335" y="10097"/>
                </a:cubicBezTo>
                <a:cubicBezTo>
                  <a:pt x="5303" y="10089"/>
                  <a:pt x="5240" y="10078"/>
                  <a:pt x="5211" y="10078"/>
                </a:cubicBezTo>
                <a:lnTo>
                  <a:pt x="4412" y="10078"/>
                </a:lnTo>
                <a:close/>
                <a:moveTo>
                  <a:pt x="2644" y="12084"/>
                </a:moveTo>
                <a:cubicBezTo>
                  <a:pt x="2860" y="12084"/>
                  <a:pt x="3076" y="12084"/>
                  <a:pt x="3293" y="12084"/>
                </a:cubicBezTo>
                <a:cubicBezTo>
                  <a:pt x="3293" y="12239"/>
                  <a:pt x="3293" y="12389"/>
                  <a:pt x="3293" y="12544"/>
                </a:cubicBezTo>
                <a:cubicBezTo>
                  <a:pt x="3076" y="12544"/>
                  <a:pt x="2860" y="12544"/>
                  <a:pt x="2644" y="12544"/>
                </a:cubicBezTo>
                <a:cubicBezTo>
                  <a:pt x="2644" y="12389"/>
                  <a:pt x="2644" y="12239"/>
                  <a:pt x="2644" y="12084"/>
                </a:cubicBezTo>
                <a:close/>
                <a:moveTo>
                  <a:pt x="15654" y="14166"/>
                </a:moveTo>
                <a:lnTo>
                  <a:pt x="15957" y="18366"/>
                </a:lnTo>
                <a:lnTo>
                  <a:pt x="16353" y="18366"/>
                </a:lnTo>
                <a:lnTo>
                  <a:pt x="16503" y="16275"/>
                </a:lnTo>
                <a:lnTo>
                  <a:pt x="16653" y="18366"/>
                </a:lnTo>
                <a:lnTo>
                  <a:pt x="17056" y="18366"/>
                </a:lnTo>
                <a:lnTo>
                  <a:pt x="17359" y="14166"/>
                </a:lnTo>
                <a:lnTo>
                  <a:pt x="17071" y="14166"/>
                </a:lnTo>
                <a:lnTo>
                  <a:pt x="16835" y="17437"/>
                </a:lnTo>
                <a:lnTo>
                  <a:pt x="16627" y="14550"/>
                </a:lnTo>
                <a:lnTo>
                  <a:pt x="16656" y="14166"/>
                </a:lnTo>
                <a:lnTo>
                  <a:pt x="16424" y="14166"/>
                </a:lnTo>
                <a:lnTo>
                  <a:pt x="16183" y="17522"/>
                </a:lnTo>
                <a:lnTo>
                  <a:pt x="15942" y="14166"/>
                </a:lnTo>
                <a:lnTo>
                  <a:pt x="15654" y="14166"/>
                </a:lnTo>
                <a:close/>
                <a:moveTo>
                  <a:pt x="11478" y="14175"/>
                </a:moveTo>
                <a:cubicBezTo>
                  <a:pt x="11376" y="14175"/>
                  <a:pt x="11248" y="14182"/>
                  <a:pt x="11147" y="14381"/>
                </a:cubicBezTo>
                <a:cubicBezTo>
                  <a:pt x="11046" y="14580"/>
                  <a:pt x="10984" y="14981"/>
                  <a:pt x="10984" y="15412"/>
                </a:cubicBezTo>
                <a:cubicBezTo>
                  <a:pt x="10984" y="15844"/>
                  <a:pt x="11050" y="16183"/>
                  <a:pt x="11120" y="16350"/>
                </a:cubicBezTo>
                <a:cubicBezTo>
                  <a:pt x="11191" y="16517"/>
                  <a:pt x="11290" y="16584"/>
                  <a:pt x="11361" y="16584"/>
                </a:cubicBezTo>
                <a:lnTo>
                  <a:pt x="11719" y="16584"/>
                </a:lnTo>
                <a:cubicBezTo>
                  <a:pt x="11796" y="16584"/>
                  <a:pt x="11845" y="16643"/>
                  <a:pt x="11882" y="16725"/>
                </a:cubicBezTo>
                <a:cubicBezTo>
                  <a:pt x="11918" y="16805"/>
                  <a:pt x="11936" y="16947"/>
                  <a:pt x="11936" y="17109"/>
                </a:cubicBezTo>
                <a:cubicBezTo>
                  <a:pt x="11936" y="17272"/>
                  <a:pt x="11918" y="17409"/>
                  <a:pt x="11879" y="17503"/>
                </a:cubicBezTo>
                <a:cubicBezTo>
                  <a:pt x="11840" y="17598"/>
                  <a:pt x="11768" y="17616"/>
                  <a:pt x="11705" y="17616"/>
                </a:cubicBezTo>
                <a:lnTo>
                  <a:pt x="10982" y="17616"/>
                </a:lnTo>
                <a:lnTo>
                  <a:pt x="10982" y="18356"/>
                </a:lnTo>
                <a:lnTo>
                  <a:pt x="11779" y="18356"/>
                </a:lnTo>
                <a:cubicBezTo>
                  <a:pt x="12056" y="18356"/>
                  <a:pt x="12268" y="18106"/>
                  <a:pt x="12268" y="17128"/>
                </a:cubicBezTo>
                <a:cubicBezTo>
                  <a:pt x="12268" y="16150"/>
                  <a:pt x="12059" y="15844"/>
                  <a:pt x="11791" y="15844"/>
                </a:cubicBezTo>
                <a:lnTo>
                  <a:pt x="11486" y="15844"/>
                </a:lnTo>
                <a:cubicBezTo>
                  <a:pt x="11403" y="15844"/>
                  <a:pt x="11287" y="15809"/>
                  <a:pt x="11287" y="15375"/>
                </a:cubicBezTo>
                <a:cubicBezTo>
                  <a:pt x="11287" y="14941"/>
                  <a:pt x="11397" y="14916"/>
                  <a:pt x="11481" y="14916"/>
                </a:cubicBezTo>
                <a:lnTo>
                  <a:pt x="12113" y="14916"/>
                </a:lnTo>
                <a:lnTo>
                  <a:pt x="12230" y="14175"/>
                </a:lnTo>
                <a:lnTo>
                  <a:pt x="11478" y="14175"/>
                </a:lnTo>
                <a:close/>
                <a:moveTo>
                  <a:pt x="13160" y="14175"/>
                </a:moveTo>
                <a:cubicBezTo>
                  <a:pt x="12872" y="14175"/>
                  <a:pt x="12471" y="14360"/>
                  <a:pt x="12471" y="16284"/>
                </a:cubicBezTo>
                <a:cubicBezTo>
                  <a:pt x="12471" y="18209"/>
                  <a:pt x="12891" y="18356"/>
                  <a:pt x="13024" y="18356"/>
                </a:cubicBezTo>
                <a:lnTo>
                  <a:pt x="13688" y="18356"/>
                </a:lnTo>
                <a:lnTo>
                  <a:pt x="13688" y="16547"/>
                </a:lnTo>
                <a:lnTo>
                  <a:pt x="13468" y="16547"/>
                </a:lnTo>
                <a:lnTo>
                  <a:pt x="13468" y="17616"/>
                </a:lnTo>
                <a:lnTo>
                  <a:pt x="13191" y="17616"/>
                </a:lnTo>
                <a:cubicBezTo>
                  <a:pt x="12916" y="17616"/>
                  <a:pt x="12802" y="17228"/>
                  <a:pt x="12802" y="16200"/>
                </a:cubicBezTo>
                <a:cubicBezTo>
                  <a:pt x="12802" y="15172"/>
                  <a:pt x="12968" y="14925"/>
                  <a:pt x="13196" y="14925"/>
                </a:cubicBezTo>
                <a:lnTo>
                  <a:pt x="13614" y="14925"/>
                </a:lnTo>
                <a:lnTo>
                  <a:pt x="13728" y="14175"/>
                </a:lnTo>
                <a:lnTo>
                  <a:pt x="13160" y="14175"/>
                </a:lnTo>
                <a:close/>
                <a:moveTo>
                  <a:pt x="13967" y="14175"/>
                </a:moveTo>
                <a:lnTo>
                  <a:pt x="13967" y="18356"/>
                </a:lnTo>
                <a:lnTo>
                  <a:pt x="14253" y="18356"/>
                </a:lnTo>
                <a:lnTo>
                  <a:pt x="14253" y="15544"/>
                </a:lnTo>
                <a:lnTo>
                  <a:pt x="14561" y="17616"/>
                </a:lnTo>
                <a:lnTo>
                  <a:pt x="14838" y="17616"/>
                </a:lnTo>
                <a:lnTo>
                  <a:pt x="15145" y="15544"/>
                </a:lnTo>
                <a:lnTo>
                  <a:pt x="15145" y="18356"/>
                </a:lnTo>
                <a:lnTo>
                  <a:pt x="15432" y="18356"/>
                </a:lnTo>
                <a:lnTo>
                  <a:pt x="15432" y="14175"/>
                </a:lnTo>
                <a:lnTo>
                  <a:pt x="15076" y="14175"/>
                </a:lnTo>
                <a:lnTo>
                  <a:pt x="14699" y="16594"/>
                </a:lnTo>
                <a:lnTo>
                  <a:pt x="14322" y="14175"/>
                </a:lnTo>
                <a:lnTo>
                  <a:pt x="13967" y="14175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3578838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3406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文本"/>
          <p:cNvSpPr txBox="1">
            <a:spLocks noGrp="1"/>
          </p:cNvSpPr>
          <p:nvPr>
            <p:ph type="title"/>
          </p:nvPr>
        </p:nvSpPr>
        <p:spPr>
          <a:xfrm>
            <a:off x="736600" y="387311"/>
            <a:ext cx="8890000" cy="36544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/>
          <a:p>
            <a:r>
              <a:t>标题文本</a:t>
            </a:r>
          </a:p>
        </p:txBody>
      </p:sp>
      <p:sp>
        <p:nvSpPr>
          <p:cNvPr id="4" name="正文级别 1…"/>
          <p:cNvSpPr txBox="1">
            <a:spLocks noGrp="1"/>
          </p:cNvSpPr>
          <p:nvPr>
            <p:ph type="body" idx="1"/>
          </p:nvPr>
        </p:nvSpPr>
        <p:spPr>
          <a:xfrm>
            <a:off x="736600" y="1509983"/>
            <a:ext cx="10717160" cy="438565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normAutofit/>
          </a:bodyPr>
          <a:lstStyle/>
          <a:p>
            <a:r>
              <a:rPr dirty="0" err="1"/>
              <a:t>正文级别</a:t>
            </a:r>
            <a:r>
              <a:rPr dirty="0"/>
              <a:t> 1</a:t>
            </a:r>
          </a:p>
          <a:p>
            <a:pPr lvl="1"/>
            <a:r>
              <a:rPr dirty="0" err="1"/>
              <a:t>正文级别</a:t>
            </a:r>
            <a:r>
              <a:rPr dirty="0"/>
              <a:t> 2</a:t>
            </a:r>
          </a:p>
          <a:p>
            <a:pPr lvl="2"/>
            <a:r>
              <a:rPr dirty="0" err="1"/>
              <a:t>正文级别</a:t>
            </a:r>
            <a:r>
              <a:rPr dirty="0"/>
              <a:t> 3</a:t>
            </a:r>
          </a:p>
          <a:p>
            <a:pPr lvl="3"/>
            <a:r>
              <a:rPr dirty="0" err="1"/>
              <a:t>正文级别</a:t>
            </a:r>
            <a:r>
              <a:rPr dirty="0"/>
              <a:t> 4</a:t>
            </a:r>
          </a:p>
          <a:p>
            <a:pPr lvl="4"/>
            <a:r>
              <a:rPr dirty="0" err="1"/>
              <a:t>正文级别</a:t>
            </a:r>
            <a:r>
              <a:rPr dirty="0"/>
              <a:t> 5</a:t>
            </a:r>
          </a:p>
        </p:txBody>
      </p:sp>
      <p:sp>
        <p:nvSpPr>
          <p:cNvPr id="5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325683" y="6386645"/>
            <a:ext cx="127001" cy="1270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700" cap="none">
                <a:solidFill>
                  <a:srgbClr val="26282A"/>
                </a:solidFill>
                <a:latin typeface="+mn-lt"/>
                <a:ea typeface="+mn-ea"/>
                <a:cs typeface="+mn-cs"/>
                <a:sym typeface="Arial" panose="020B0604020202090204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线条"/>
          <p:cNvSpPr/>
          <p:nvPr/>
        </p:nvSpPr>
        <p:spPr>
          <a:xfrm>
            <a:off x="736600" y="886637"/>
            <a:ext cx="10729397" cy="1"/>
          </a:xfrm>
          <a:prstGeom prst="line">
            <a:avLst/>
          </a:prstGeom>
          <a:ln w="6350">
            <a:solidFill>
              <a:srgbClr val="848A97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</p:nvPr>
        </p:nvSpPr>
        <p:spPr>
          <a:xfrm>
            <a:off x="736600" y="6400449"/>
            <a:ext cx="4114800" cy="12735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>
                <a:solidFill>
                  <a:schemeClr val="bg1"/>
                </a:solidFill>
              </a:defRPr>
            </a:lvl1pPr>
          </a:lstStyle>
          <a:p>
            <a:endParaRPr lang="zh-CN" altLang="en-US"/>
          </a:p>
        </p:txBody>
      </p:sp>
      <p:grpSp>
        <p:nvGrpSpPr>
          <p:cNvPr id="10" name="成组"/>
          <p:cNvGrpSpPr/>
          <p:nvPr/>
        </p:nvGrpSpPr>
        <p:grpSpPr>
          <a:xfrm>
            <a:off x="11092557" y="369960"/>
            <a:ext cx="361951" cy="364086"/>
            <a:chOff x="0" y="0"/>
            <a:chExt cx="361950" cy="364084"/>
          </a:xfrm>
        </p:grpSpPr>
        <p:sp>
          <p:nvSpPr>
            <p:cNvPr id="12" name="形状"/>
            <p:cNvSpPr/>
            <p:nvPr/>
          </p:nvSpPr>
          <p:spPr>
            <a:xfrm>
              <a:off x="79698" y="24209"/>
              <a:ext cx="202520" cy="3156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83" h="21600" extrusionOk="0">
                  <a:moveTo>
                    <a:pt x="12478" y="1024"/>
                  </a:moveTo>
                  <a:cubicBezTo>
                    <a:pt x="12246" y="788"/>
                    <a:pt x="12268" y="806"/>
                    <a:pt x="12100" y="644"/>
                  </a:cubicBezTo>
                  <a:cubicBezTo>
                    <a:pt x="11932" y="482"/>
                    <a:pt x="11810" y="378"/>
                    <a:pt x="11642" y="266"/>
                  </a:cubicBezTo>
                  <a:cubicBezTo>
                    <a:pt x="11395" y="104"/>
                    <a:pt x="11059" y="0"/>
                    <a:pt x="10702" y="0"/>
                  </a:cubicBezTo>
                  <a:cubicBezTo>
                    <a:pt x="10366" y="0"/>
                    <a:pt x="10019" y="79"/>
                    <a:pt x="9751" y="266"/>
                  </a:cubicBezTo>
                  <a:cubicBezTo>
                    <a:pt x="9579" y="385"/>
                    <a:pt x="9415" y="535"/>
                    <a:pt x="9297" y="646"/>
                  </a:cubicBezTo>
                  <a:cubicBezTo>
                    <a:pt x="9182" y="755"/>
                    <a:pt x="9139" y="799"/>
                    <a:pt x="8914" y="1026"/>
                  </a:cubicBezTo>
                  <a:cubicBezTo>
                    <a:pt x="8414" y="1536"/>
                    <a:pt x="3184" y="6844"/>
                    <a:pt x="2554" y="7488"/>
                  </a:cubicBezTo>
                  <a:cubicBezTo>
                    <a:pt x="1321" y="8748"/>
                    <a:pt x="828" y="9237"/>
                    <a:pt x="334" y="9881"/>
                  </a:cubicBezTo>
                  <a:cubicBezTo>
                    <a:pt x="-109" y="10463"/>
                    <a:pt x="-109" y="11132"/>
                    <a:pt x="316" y="11702"/>
                  </a:cubicBezTo>
                  <a:cubicBezTo>
                    <a:pt x="753" y="12284"/>
                    <a:pt x="1285" y="12826"/>
                    <a:pt x="2565" y="14124"/>
                  </a:cubicBezTo>
                  <a:cubicBezTo>
                    <a:pt x="2604" y="14163"/>
                    <a:pt x="7499" y="19144"/>
                    <a:pt x="8904" y="20576"/>
                  </a:cubicBezTo>
                  <a:cubicBezTo>
                    <a:pt x="9136" y="20812"/>
                    <a:pt x="9114" y="20794"/>
                    <a:pt x="9282" y="20956"/>
                  </a:cubicBezTo>
                  <a:cubicBezTo>
                    <a:pt x="9454" y="21118"/>
                    <a:pt x="9572" y="21222"/>
                    <a:pt x="9740" y="21334"/>
                  </a:cubicBezTo>
                  <a:cubicBezTo>
                    <a:pt x="9987" y="21496"/>
                    <a:pt x="10323" y="21600"/>
                    <a:pt x="10680" y="21600"/>
                  </a:cubicBezTo>
                  <a:cubicBezTo>
                    <a:pt x="11016" y="21600"/>
                    <a:pt x="11363" y="21521"/>
                    <a:pt x="11631" y="21334"/>
                  </a:cubicBezTo>
                  <a:cubicBezTo>
                    <a:pt x="11803" y="21215"/>
                    <a:pt x="11967" y="21065"/>
                    <a:pt x="12085" y="20954"/>
                  </a:cubicBezTo>
                  <a:cubicBezTo>
                    <a:pt x="12200" y="20845"/>
                    <a:pt x="12243" y="20801"/>
                    <a:pt x="12468" y="20574"/>
                  </a:cubicBezTo>
                  <a:cubicBezTo>
                    <a:pt x="12968" y="20064"/>
                    <a:pt x="18198" y="14756"/>
                    <a:pt x="18828" y="14112"/>
                  </a:cubicBezTo>
                  <a:cubicBezTo>
                    <a:pt x="20061" y="12852"/>
                    <a:pt x="20554" y="12363"/>
                    <a:pt x="21048" y="11719"/>
                  </a:cubicBezTo>
                  <a:cubicBezTo>
                    <a:pt x="21491" y="11137"/>
                    <a:pt x="21491" y="10468"/>
                    <a:pt x="21066" y="9898"/>
                  </a:cubicBezTo>
                  <a:cubicBezTo>
                    <a:pt x="20629" y="9316"/>
                    <a:pt x="20097" y="8774"/>
                    <a:pt x="18817" y="7476"/>
                  </a:cubicBezTo>
                  <a:cubicBezTo>
                    <a:pt x="18778" y="7437"/>
                    <a:pt x="13883" y="2456"/>
                    <a:pt x="12478" y="1024"/>
                  </a:cubicBezTo>
                  <a:close/>
                  <a:moveTo>
                    <a:pt x="17101" y="13934"/>
                  </a:moveTo>
                  <a:cubicBezTo>
                    <a:pt x="17079" y="14186"/>
                    <a:pt x="16922" y="14432"/>
                    <a:pt x="16654" y="14615"/>
                  </a:cubicBezTo>
                  <a:cubicBezTo>
                    <a:pt x="16364" y="14819"/>
                    <a:pt x="15950" y="14941"/>
                    <a:pt x="15524" y="14955"/>
                  </a:cubicBezTo>
                  <a:lnTo>
                    <a:pt x="5858" y="14955"/>
                  </a:lnTo>
                  <a:cubicBezTo>
                    <a:pt x="5461" y="14941"/>
                    <a:pt x="5071" y="14835"/>
                    <a:pt x="4785" y="14654"/>
                  </a:cubicBezTo>
                  <a:cubicBezTo>
                    <a:pt x="4485" y="14466"/>
                    <a:pt x="4303" y="14205"/>
                    <a:pt x="4281" y="13936"/>
                  </a:cubicBezTo>
                  <a:lnTo>
                    <a:pt x="4281" y="7669"/>
                  </a:lnTo>
                  <a:cubicBezTo>
                    <a:pt x="4303" y="7393"/>
                    <a:pt x="4492" y="7124"/>
                    <a:pt x="4807" y="6937"/>
                  </a:cubicBezTo>
                  <a:cubicBezTo>
                    <a:pt x="5089" y="6763"/>
                    <a:pt x="5468" y="6663"/>
                    <a:pt x="5854" y="6647"/>
                  </a:cubicBezTo>
                  <a:lnTo>
                    <a:pt x="15521" y="6647"/>
                  </a:lnTo>
                  <a:cubicBezTo>
                    <a:pt x="15889" y="6661"/>
                    <a:pt x="16250" y="6751"/>
                    <a:pt x="16529" y="6911"/>
                  </a:cubicBezTo>
                  <a:cubicBezTo>
                    <a:pt x="16869" y="7099"/>
                    <a:pt x="17072" y="7379"/>
                    <a:pt x="17097" y="7669"/>
                  </a:cubicBezTo>
                  <a:lnTo>
                    <a:pt x="17097" y="13934"/>
                  </a:lnTo>
                  <a:close/>
                </a:path>
              </a:pathLst>
            </a:custGeom>
            <a:solidFill>
              <a:srgbClr val="C11656"/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/>
            </a:p>
          </p:txBody>
        </p:sp>
        <p:sp>
          <p:nvSpPr>
            <p:cNvPr id="13" name="形状"/>
            <p:cNvSpPr/>
            <p:nvPr/>
          </p:nvSpPr>
          <p:spPr>
            <a:xfrm>
              <a:off x="128104" y="129198"/>
              <a:ext cx="105742" cy="1057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53" extrusionOk="0">
                  <a:moveTo>
                    <a:pt x="20535" y="91"/>
                  </a:moveTo>
                  <a:cubicBezTo>
                    <a:pt x="20210" y="-33"/>
                    <a:pt x="19857" y="8"/>
                    <a:pt x="19518" y="2"/>
                  </a:cubicBezTo>
                  <a:cubicBezTo>
                    <a:pt x="13501" y="2"/>
                    <a:pt x="7484" y="2"/>
                    <a:pt x="1473" y="2"/>
                  </a:cubicBezTo>
                  <a:cubicBezTo>
                    <a:pt x="906" y="43"/>
                    <a:pt x="387" y="409"/>
                    <a:pt x="152" y="919"/>
                  </a:cubicBezTo>
                  <a:cubicBezTo>
                    <a:pt x="48" y="1133"/>
                    <a:pt x="0" y="1375"/>
                    <a:pt x="0" y="1609"/>
                  </a:cubicBezTo>
                  <a:cubicBezTo>
                    <a:pt x="0" y="7731"/>
                    <a:pt x="0" y="13859"/>
                    <a:pt x="0" y="19980"/>
                  </a:cubicBezTo>
                  <a:cubicBezTo>
                    <a:pt x="0" y="20704"/>
                    <a:pt x="560" y="21381"/>
                    <a:pt x="1273" y="21519"/>
                  </a:cubicBezTo>
                  <a:cubicBezTo>
                    <a:pt x="1487" y="21567"/>
                    <a:pt x="1708" y="21546"/>
                    <a:pt x="1923" y="21553"/>
                  </a:cubicBezTo>
                  <a:lnTo>
                    <a:pt x="19982" y="21553"/>
                  </a:lnTo>
                  <a:cubicBezTo>
                    <a:pt x="20431" y="21553"/>
                    <a:pt x="20881" y="21360"/>
                    <a:pt x="21185" y="21029"/>
                  </a:cubicBezTo>
                  <a:cubicBezTo>
                    <a:pt x="21455" y="20739"/>
                    <a:pt x="21600" y="20339"/>
                    <a:pt x="21600" y="19945"/>
                  </a:cubicBezTo>
                  <a:cubicBezTo>
                    <a:pt x="21600" y="13824"/>
                    <a:pt x="21600" y="7703"/>
                    <a:pt x="21600" y="1575"/>
                  </a:cubicBezTo>
                  <a:cubicBezTo>
                    <a:pt x="21600" y="919"/>
                    <a:pt x="21150" y="305"/>
                    <a:pt x="20535" y="91"/>
                  </a:cubicBezTo>
                  <a:close/>
                  <a:moveTo>
                    <a:pt x="8403" y="13790"/>
                  </a:moveTo>
                  <a:cubicBezTo>
                    <a:pt x="8403" y="14680"/>
                    <a:pt x="7919" y="15522"/>
                    <a:pt x="7207" y="16046"/>
                  </a:cubicBezTo>
                  <a:cubicBezTo>
                    <a:pt x="6598" y="16509"/>
                    <a:pt x="5831" y="16750"/>
                    <a:pt x="5063" y="16764"/>
                  </a:cubicBezTo>
                  <a:cubicBezTo>
                    <a:pt x="4710" y="16764"/>
                    <a:pt x="4357" y="16764"/>
                    <a:pt x="3998" y="16764"/>
                  </a:cubicBezTo>
                  <a:cubicBezTo>
                    <a:pt x="3998" y="16233"/>
                    <a:pt x="3998" y="15701"/>
                    <a:pt x="3998" y="15170"/>
                  </a:cubicBezTo>
                  <a:cubicBezTo>
                    <a:pt x="4350" y="15170"/>
                    <a:pt x="4710" y="15170"/>
                    <a:pt x="5063" y="15170"/>
                  </a:cubicBezTo>
                  <a:cubicBezTo>
                    <a:pt x="5609" y="15156"/>
                    <a:pt x="6163" y="14873"/>
                    <a:pt x="6432" y="14390"/>
                  </a:cubicBezTo>
                  <a:cubicBezTo>
                    <a:pt x="6619" y="14086"/>
                    <a:pt x="6598" y="13721"/>
                    <a:pt x="6598" y="13376"/>
                  </a:cubicBezTo>
                  <a:cubicBezTo>
                    <a:pt x="6239" y="13376"/>
                    <a:pt x="5886" y="13376"/>
                    <a:pt x="5526" y="13376"/>
                  </a:cubicBezTo>
                  <a:cubicBezTo>
                    <a:pt x="5125" y="13376"/>
                    <a:pt x="4710" y="13410"/>
                    <a:pt x="4323" y="13258"/>
                  </a:cubicBezTo>
                  <a:cubicBezTo>
                    <a:pt x="3562" y="12996"/>
                    <a:pt x="3002" y="12237"/>
                    <a:pt x="2995" y="11436"/>
                  </a:cubicBezTo>
                  <a:cubicBezTo>
                    <a:pt x="2995" y="9891"/>
                    <a:pt x="2995" y="8345"/>
                    <a:pt x="2995" y="6799"/>
                  </a:cubicBezTo>
                  <a:cubicBezTo>
                    <a:pt x="2995" y="6288"/>
                    <a:pt x="3195" y="5778"/>
                    <a:pt x="3548" y="5412"/>
                  </a:cubicBezTo>
                  <a:cubicBezTo>
                    <a:pt x="3915" y="5025"/>
                    <a:pt x="4447" y="4798"/>
                    <a:pt x="4980" y="4798"/>
                  </a:cubicBezTo>
                  <a:cubicBezTo>
                    <a:pt x="6121" y="4798"/>
                    <a:pt x="7255" y="4798"/>
                    <a:pt x="8397" y="4798"/>
                  </a:cubicBezTo>
                  <a:cubicBezTo>
                    <a:pt x="8397" y="7800"/>
                    <a:pt x="8397" y="10795"/>
                    <a:pt x="8397" y="13797"/>
                  </a:cubicBezTo>
                  <a:close/>
                  <a:moveTo>
                    <a:pt x="18398" y="16757"/>
                  </a:moveTo>
                  <a:cubicBezTo>
                    <a:pt x="15465" y="16757"/>
                    <a:pt x="12533" y="16757"/>
                    <a:pt x="9600" y="16757"/>
                  </a:cubicBezTo>
                  <a:cubicBezTo>
                    <a:pt x="9600" y="16226"/>
                    <a:pt x="9600" y="15694"/>
                    <a:pt x="9600" y="15163"/>
                  </a:cubicBezTo>
                  <a:cubicBezTo>
                    <a:pt x="12533" y="15163"/>
                    <a:pt x="15465" y="15163"/>
                    <a:pt x="18398" y="15163"/>
                  </a:cubicBezTo>
                  <a:cubicBezTo>
                    <a:pt x="18398" y="15694"/>
                    <a:pt x="18398" y="16226"/>
                    <a:pt x="18398" y="16757"/>
                  </a:cubicBezTo>
                  <a:close/>
                  <a:moveTo>
                    <a:pt x="18598" y="13369"/>
                  </a:moveTo>
                  <a:cubicBezTo>
                    <a:pt x="17997" y="13369"/>
                    <a:pt x="17402" y="13369"/>
                    <a:pt x="16800" y="13369"/>
                  </a:cubicBezTo>
                  <a:cubicBezTo>
                    <a:pt x="16800" y="11243"/>
                    <a:pt x="16800" y="9111"/>
                    <a:pt x="16800" y="6985"/>
                  </a:cubicBezTo>
                  <a:cubicBezTo>
                    <a:pt x="16807" y="6661"/>
                    <a:pt x="16516" y="6371"/>
                    <a:pt x="16191" y="6385"/>
                  </a:cubicBezTo>
                  <a:cubicBezTo>
                    <a:pt x="15797" y="6385"/>
                    <a:pt x="15396" y="6385"/>
                    <a:pt x="15002" y="6385"/>
                  </a:cubicBezTo>
                  <a:cubicBezTo>
                    <a:pt x="15002" y="8711"/>
                    <a:pt x="15002" y="11043"/>
                    <a:pt x="15002" y="13369"/>
                  </a:cubicBezTo>
                  <a:cubicBezTo>
                    <a:pt x="14400" y="13369"/>
                    <a:pt x="13805" y="13369"/>
                    <a:pt x="13203" y="13369"/>
                  </a:cubicBezTo>
                  <a:cubicBezTo>
                    <a:pt x="13203" y="11043"/>
                    <a:pt x="13203" y="8711"/>
                    <a:pt x="13203" y="6385"/>
                  </a:cubicBezTo>
                  <a:cubicBezTo>
                    <a:pt x="12602" y="6385"/>
                    <a:pt x="12007" y="6385"/>
                    <a:pt x="11405" y="6385"/>
                  </a:cubicBezTo>
                  <a:cubicBezTo>
                    <a:pt x="11405" y="8711"/>
                    <a:pt x="11405" y="11043"/>
                    <a:pt x="11405" y="13369"/>
                  </a:cubicBezTo>
                  <a:lnTo>
                    <a:pt x="9607" y="13369"/>
                  </a:lnTo>
                  <a:cubicBezTo>
                    <a:pt x="9607" y="10512"/>
                    <a:pt x="9607" y="7648"/>
                    <a:pt x="9607" y="4791"/>
                  </a:cubicBezTo>
                  <a:cubicBezTo>
                    <a:pt x="11945" y="4791"/>
                    <a:pt x="14282" y="4791"/>
                    <a:pt x="16620" y="4791"/>
                  </a:cubicBezTo>
                  <a:cubicBezTo>
                    <a:pt x="17139" y="4791"/>
                    <a:pt x="17644" y="5005"/>
                    <a:pt x="18010" y="5364"/>
                  </a:cubicBezTo>
                  <a:cubicBezTo>
                    <a:pt x="18391" y="5736"/>
                    <a:pt x="18612" y="6261"/>
                    <a:pt x="18605" y="6792"/>
                  </a:cubicBezTo>
                  <a:cubicBezTo>
                    <a:pt x="18605" y="8987"/>
                    <a:pt x="18605" y="11174"/>
                    <a:pt x="18605" y="13369"/>
                  </a:cubicBezTo>
                  <a:close/>
                </a:path>
              </a:pathLst>
            </a:custGeom>
            <a:solidFill>
              <a:srgbClr val="265ECE"/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/>
            </a:p>
          </p:txBody>
        </p:sp>
        <p:sp>
          <p:nvSpPr>
            <p:cNvPr id="14" name="形状"/>
            <p:cNvSpPr/>
            <p:nvPr/>
          </p:nvSpPr>
          <p:spPr>
            <a:xfrm>
              <a:off x="151599" y="160491"/>
              <a:ext cx="8841" cy="264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42" h="21600" extrusionOk="0">
                  <a:moveTo>
                    <a:pt x="6" y="2434"/>
                  </a:moveTo>
                  <a:cubicBezTo>
                    <a:pt x="6" y="8020"/>
                    <a:pt x="6" y="13607"/>
                    <a:pt x="6" y="19166"/>
                  </a:cubicBezTo>
                  <a:cubicBezTo>
                    <a:pt x="-158" y="20411"/>
                    <a:pt x="3045" y="21572"/>
                    <a:pt x="6823" y="21600"/>
                  </a:cubicBezTo>
                  <a:cubicBezTo>
                    <a:pt x="11669" y="21600"/>
                    <a:pt x="16514" y="21600"/>
                    <a:pt x="21442" y="21600"/>
                  </a:cubicBezTo>
                  <a:cubicBezTo>
                    <a:pt x="21442" y="14409"/>
                    <a:pt x="21442" y="7218"/>
                    <a:pt x="21442" y="0"/>
                  </a:cubicBezTo>
                  <a:cubicBezTo>
                    <a:pt x="16596" y="0"/>
                    <a:pt x="11751" y="0"/>
                    <a:pt x="6905" y="0"/>
                  </a:cubicBezTo>
                  <a:cubicBezTo>
                    <a:pt x="3209" y="0"/>
                    <a:pt x="-76" y="1162"/>
                    <a:pt x="88" y="2406"/>
                  </a:cubicBezTo>
                  <a:close/>
                </a:path>
              </a:pathLst>
            </a:custGeom>
            <a:solidFill>
              <a:srgbClr val="265ECE"/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/>
            </a:p>
          </p:txBody>
        </p:sp>
        <p:sp>
          <p:nvSpPr>
            <p:cNvPr id="15" name="形状"/>
            <p:cNvSpPr/>
            <p:nvPr/>
          </p:nvSpPr>
          <p:spPr>
            <a:xfrm>
              <a:off x="0" y="0"/>
              <a:ext cx="359361" cy="1941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7" h="21600" extrusionOk="0">
                  <a:moveTo>
                    <a:pt x="512" y="21577"/>
                  </a:moveTo>
                  <a:cubicBezTo>
                    <a:pt x="638" y="21592"/>
                    <a:pt x="894" y="21600"/>
                    <a:pt x="1012" y="21600"/>
                  </a:cubicBezTo>
                  <a:lnTo>
                    <a:pt x="4193" y="21600"/>
                  </a:lnTo>
                  <a:cubicBezTo>
                    <a:pt x="4223" y="21600"/>
                    <a:pt x="4238" y="21600"/>
                    <a:pt x="4248" y="21589"/>
                  </a:cubicBezTo>
                  <a:cubicBezTo>
                    <a:pt x="4270" y="21570"/>
                    <a:pt x="4276" y="21528"/>
                    <a:pt x="4270" y="21491"/>
                  </a:cubicBezTo>
                  <a:cubicBezTo>
                    <a:pt x="4268" y="21476"/>
                    <a:pt x="4264" y="21457"/>
                    <a:pt x="4256" y="21434"/>
                  </a:cubicBezTo>
                  <a:cubicBezTo>
                    <a:pt x="4195" y="21257"/>
                    <a:pt x="3861" y="20289"/>
                    <a:pt x="3843" y="20237"/>
                  </a:cubicBezTo>
                  <a:cubicBezTo>
                    <a:pt x="3823" y="20180"/>
                    <a:pt x="3796" y="20109"/>
                    <a:pt x="3768" y="20048"/>
                  </a:cubicBezTo>
                  <a:cubicBezTo>
                    <a:pt x="3729" y="19969"/>
                    <a:pt x="3694" y="19913"/>
                    <a:pt x="3648" y="19875"/>
                  </a:cubicBezTo>
                  <a:cubicBezTo>
                    <a:pt x="3599" y="19834"/>
                    <a:pt x="3523" y="19811"/>
                    <a:pt x="3418" y="19807"/>
                  </a:cubicBezTo>
                  <a:cubicBezTo>
                    <a:pt x="3357" y="19807"/>
                    <a:pt x="3275" y="19803"/>
                    <a:pt x="3192" y="19803"/>
                  </a:cubicBezTo>
                  <a:cubicBezTo>
                    <a:pt x="2907" y="19803"/>
                    <a:pt x="1922" y="19803"/>
                    <a:pt x="1664" y="19803"/>
                  </a:cubicBezTo>
                  <a:cubicBezTo>
                    <a:pt x="1611" y="19803"/>
                    <a:pt x="1607" y="19803"/>
                    <a:pt x="1568" y="19803"/>
                  </a:cubicBezTo>
                  <a:cubicBezTo>
                    <a:pt x="1470" y="19796"/>
                    <a:pt x="1399" y="19675"/>
                    <a:pt x="1389" y="19491"/>
                  </a:cubicBezTo>
                  <a:cubicBezTo>
                    <a:pt x="1387" y="19434"/>
                    <a:pt x="1389" y="19355"/>
                    <a:pt x="1389" y="19325"/>
                  </a:cubicBezTo>
                  <a:cubicBezTo>
                    <a:pt x="1389" y="19231"/>
                    <a:pt x="1393" y="19133"/>
                    <a:pt x="1395" y="19039"/>
                  </a:cubicBezTo>
                  <a:cubicBezTo>
                    <a:pt x="1664" y="9299"/>
                    <a:pt x="6016" y="1556"/>
                    <a:pt x="11343" y="1556"/>
                  </a:cubicBezTo>
                  <a:cubicBezTo>
                    <a:pt x="16146" y="1556"/>
                    <a:pt x="20152" y="7842"/>
                    <a:pt x="21096" y="16210"/>
                  </a:cubicBezTo>
                  <a:lnTo>
                    <a:pt x="21597" y="16210"/>
                  </a:lnTo>
                  <a:cubicBezTo>
                    <a:pt x="21461" y="14964"/>
                    <a:pt x="21261" y="13758"/>
                    <a:pt x="21007" y="12606"/>
                  </a:cubicBezTo>
                  <a:cubicBezTo>
                    <a:pt x="19375" y="5213"/>
                    <a:pt x="15454" y="0"/>
                    <a:pt x="10871" y="0"/>
                  </a:cubicBezTo>
                  <a:cubicBezTo>
                    <a:pt x="7048" y="0"/>
                    <a:pt x="3682" y="3631"/>
                    <a:pt x="1725" y="9133"/>
                  </a:cubicBezTo>
                  <a:cubicBezTo>
                    <a:pt x="693" y="12105"/>
                    <a:pt x="70" y="15612"/>
                    <a:pt x="3" y="19374"/>
                  </a:cubicBezTo>
                  <a:cubicBezTo>
                    <a:pt x="-1" y="19600"/>
                    <a:pt x="-3" y="20206"/>
                    <a:pt x="11" y="20579"/>
                  </a:cubicBezTo>
                  <a:cubicBezTo>
                    <a:pt x="21" y="20858"/>
                    <a:pt x="30" y="21167"/>
                    <a:pt x="150" y="21370"/>
                  </a:cubicBezTo>
                  <a:cubicBezTo>
                    <a:pt x="251" y="21544"/>
                    <a:pt x="371" y="21566"/>
                    <a:pt x="506" y="21585"/>
                  </a:cubicBezTo>
                  <a:close/>
                </a:path>
              </a:pathLst>
            </a:custGeom>
            <a:solidFill>
              <a:srgbClr val="265ECE"/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/>
            </a:p>
          </p:txBody>
        </p:sp>
        <p:sp>
          <p:nvSpPr>
            <p:cNvPr id="16" name="形状"/>
            <p:cNvSpPr/>
            <p:nvPr/>
          </p:nvSpPr>
          <p:spPr>
            <a:xfrm>
              <a:off x="2589" y="169903"/>
              <a:ext cx="359362" cy="1941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7" h="21600" extrusionOk="0">
                  <a:moveTo>
                    <a:pt x="21580" y="1028"/>
                  </a:moveTo>
                  <a:cubicBezTo>
                    <a:pt x="21569" y="750"/>
                    <a:pt x="21561" y="441"/>
                    <a:pt x="21441" y="237"/>
                  </a:cubicBezTo>
                  <a:cubicBezTo>
                    <a:pt x="21340" y="64"/>
                    <a:pt x="21219" y="41"/>
                    <a:pt x="21085" y="23"/>
                  </a:cubicBezTo>
                  <a:cubicBezTo>
                    <a:pt x="20959" y="8"/>
                    <a:pt x="20703" y="0"/>
                    <a:pt x="20585" y="0"/>
                  </a:cubicBezTo>
                  <a:lnTo>
                    <a:pt x="17404" y="0"/>
                  </a:lnTo>
                  <a:cubicBezTo>
                    <a:pt x="17374" y="0"/>
                    <a:pt x="17359" y="0"/>
                    <a:pt x="17349" y="11"/>
                  </a:cubicBezTo>
                  <a:cubicBezTo>
                    <a:pt x="17327" y="30"/>
                    <a:pt x="17321" y="72"/>
                    <a:pt x="17327" y="109"/>
                  </a:cubicBezTo>
                  <a:cubicBezTo>
                    <a:pt x="17329" y="124"/>
                    <a:pt x="17333" y="143"/>
                    <a:pt x="17341" y="166"/>
                  </a:cubicBezTo>
                  <a:cubicBezTo>
                    <a:pt x="17402" y="343"/>
                    <a:pt x="17736" y="1311"/>
                    <a:pt x="17754" y="1363"/>
                  </a:cubicBezTo>
                  <a:cubicBezTo>
                    <a:pt x="17774" y="1420"/>
                    <a:pt x="17801" y="1491"/>
                    <a:pt x="17829" y="1552"/>
                  </a:cubicBezTo>
                  <a:cubicBezTo>
                    <a:pt x="17868" y="1631"/>
                    <a:pt x="17903" y="1687"/>
                    <a:pt x="17949" y="1725"/>
                  </a:cubicBezTo>
                  <a:cubicBezTo>
                    <a:pt x="17998" y="1766"/>
                    <a:pt x="18074" y="1789"/>
                    <a:pt x="18179" y="1793"/>
                  </a:cubicBezTo>
                  <a:cubicBezTo>
                    <a:pt x="18240" y="1793"/>
                    <a:pt x="18322" y="1797"/>
                    <a:pt x="18405" y="1797"/>
                  </a:cubicBezTo>
                  <a:cubicBezTo>
                    <a:pt x="18690" y="1797"/>
                    <a:pt x="19675" y="1797"/>
                    <a:pt x="19933" y="1797"/>
                  </a:cubicBezTo>
                  <a:cubicBezTo>
                    <a:pt x="19986" y="1797"/>
                    <a:pt x="19990" y="1797"/>
                    <a:pt x="20029" y="1797"/>
                  </a:cubicBezTo>
                  <a:cubicBezTo>
                    <a:pt x="20127" y="1804"/>
                    <a:pt x="20198" y="1925"/>
                    <a:pt x="20208" y="2109"/>
                  </a:cubicBezTo>
                  <a:cubicBezTo>
                    <a:pt x="20210" y="2166"/>
                    <a:pt x="20208" y="2245"/>
                    <a:pt x="20208" y="2275"/>
                  </a:cubicBezTo>
                  <a:cubicBezTo>
                    <a:pt x="20208" y="2369"/>
                    <a:pt x="20204" y="2467"/>
                    <a:pt x="20202" y="2561"/>
                  </a:cubicBezTo>
                  <a:cubicBezTo>
                    <a:pt x="19933" y="12301"/>
                    <a:pt x="15581" y="20044"/>
                    <a:pt x="10254" y="20044"/>
                  </a:cubicBezTo>
                  <a:cubicBezTo>
                    <a:pt x="5451" y="20044"/>
                    <a:pt x="1445" y="13758"/>
                    <a:pt x="501" y="5390"/>
                  </a:cubicBezTo>
                  <a:lnTo>
                    <a:pt x="0" y="5390"/>
                  </a:lnTo>
                  <a:cubicBezTo>
                    <a:pt x="136" y="6636"/>
                    <a:pt x="336" y="7842"/>
                    <a:pt x="590" y="8994"/>
                  </a:cubicBezTo>
                  <a:cubicBezTo>
                    <a:pt x="2222" y="16387"/>
                    <a:pt x="6143" y="21600"/>
                    <a:pt x="10726" y="21600"/>
                  </a:cubicBezTo>
                  <a:cubicBezTo>
                    <a:pt x="14549" y="21600"/>
                    <a:pt x="17915" y="17969"/>
                    <a:pt x="19872" y="12467"/>
                  </a:cubicBezTo>
                  <a:cubicBezTo>
                    <a:pt x="20904" y="9495"/>
                    <a:pt x="21527" y="5988"/>
                    <a:pt x="21594" y="2226"/>
                  </a:cubicBezTo>
                  <a:cubicBezTo>
                    <a:pt x="21598" y="2000"/>
                    <a:pt x="21600" y="1394"/>
                    <a:pt x="21586" y="1021"/>
                  </a:cubicBezTo>
                  <a:close/>
                </a:path>
              </a:pathLst>
            </a:custGeom>
            <a:solidFill>
              <a:srgbClr val="265ECE"/>
            </a:solidFill>
            <a:ln w="12700" cap="flat">
              <a:noFill/>
              <a:miter lim="400000"/>
            </a:ln>
            <a:effectLst/>
          </p:spPr>
          <p:txBody>
            <a:bodyPr wrap="square" lIns="25400" tIns="25400" rIns="25400" bIns="25400" numCol="1" anchor="ctr">
              <a:noAutofit/>
            </a:bodyPr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249712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ransition spd="med"/>
  <p:txStyles>
    <p:titleStyle>
      <a:lvl1pPr marL="0" marR="0" indent="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200" b="1" i="0" u="none" strike="noStrike" cap="all" spc="0" baseline="0">
          <a:solidFill>
            <a:srgbClr val="26282A"/>
          </a:solidFill>
          <a:uFillTx/>
          <a:latin typeface="+mj-lt"/>
          <a:ea typeface="+mj-ea"/>
          <a:cs typeface="+mj-cs"/>
          <a:sym typeface="微软雅黑" panose="020B0503020204020204" charset="-122"/>
        </a:defRPr>
      </a:lvl1pPr>
      <a:lvl2pPr marL="0" marR="0" indent="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200" b="1" i="0" u="none" strike="noStrike" cap="all" spc="0" baseline="0">
          <a:solidFill>
            <a:srgbClr val="26282A"/>
          </a:solidFill>
          <a:uFillTx/>
          <a:latin typeface="+mj-lt"/>
          <a:ea typeface="+mj-ea"/>
          <a:cs typeface="+mj-cs"/>
          <a:sym typeface="微软雅黑" panose="020B0503020204020204" charset="-122"/>
        </a:defRPr>
      </a:lvl2pPr>
      <a:lvl3pPr marL="0" marR="0" indent="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200" b="1" i="0" u="none" strike="noStrike" cap="all" spc="0" baseline="0">
          <a:solidFill>
            <a:srgbClr val="26282A"/>
          </a:solidFill>
          <a:uFillTx/>
          <a:latin typeface="+mj-lt"/>
          <a:ea typeface="+mj-ea"/>
          <a:cs typeface="+mj-cs"/>
          <a:sym typeface="微软雅黑" panose="020B0503020204020204" charset="-122"/>
        </a:defRPr>
      </a:lvl3pPr>
      <a:lvl4pPr marL="0" marR="0" indent="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200" b="1" i="0" u="none" strike="noStrike" cap="all" spc="0" baseline="0">
          <a:solidFill>
            <a:srgbClr val="26282A"/>
          </a:solidFill>
          <a:uFillTx/>
          <a:latin typeface="+mj-lt"/>
          <a:ea typeface="+mj-ea"/>
          <a:cs typeface="+mj-cs"/>
          <a:sym typeface="微软雅黑" panose="020B0503020204020204" charset="-122"/>
        </a:defRPr>
      </a:lvl4pPr>
      <a:lvl5pPr marL="0" marR="0" indent="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200" b="1" i="0" u="none" strike="noStrike" cap="all" spc="0" baseline="0">
          <a:solidFill>
            <a:srgbClr val="26282A"/>
          </a:solidFill>
          <a:uFillTx/>
          <a:latin typeface="+mj-lt"/>
          <a:ea typeface="+mj-ea"/>
          <a:cs typeface="+mj-cs"/>
          <a:sym typeface="微软雅黑" panose="020B0503020204020204" charset="-122"/>
        </a:defRPr>
      </a:lvl5pPr>
      <a:lvl6pPr marL="0" marR="0" indent="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200" b="1" i="0" u="none" strike="noStrike" cap="all" spc="0" baseline="0">
          <a:solidFill>
            <a:srgbClr val="26282A"/>
          </a:solidFill>
          <a:uFillTx/>
          <a:latin typeface="+mj-lt"/>
          <a:ea typeface="+mj-ea"/>
          <a:cs typeface="+mj-cs"/>
          <a:sym typeface="微软雅黑" panose="020B0503020204020204" charset="-122"/>
        </a:defRPr>
      </a:lvl6pPr>
      <a:lvl7pPr marL="0" marR="0" indent="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200" b="1" i="0" u="none" strike="noStrike" cap="all" spc="0" baseline="0">
          <a:solidFill>
            <a:srgbClr val="26282A"/>
          </a:solidFill>
          <a:uFillTx/>
          <a:latin typeface="+mj-lt"/>
          <a:ea typeface="+mj-ea"/>
          <a:cs typeface="+mj-cs"/>
          <a:sym typeface="微软雅黑" panose="020B0503020204020204" charset="-122"/>
        </a:defRPr>
      </a:lvl7pPr>
      <a:lvl8pPr marL="0" marR="0" indent="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200" b="1" i="0" u="none" strike="noStrike" cap="all" spc="0" baseline="0">
          <a:solidFill>
            <a:srgbClr val="26282A"/>
          </a:solidFill>
          <a:uFillTx/>
          <a:latin typeface="+mj-lt"/>
          <a:ea typeface="+mj-ea"/>
          <a:cs typeface="+mj-cs"/>
          <a:sym typeface="微软雅黑" panose="020B0503020204020204" charset="-122"/>
        </a:defRPr>
      </a:lvl8pPr>
      <a:lvl9pPr marL="0" marR="0" indent="0" algn="l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200" b="1" i="0" u="none" strike="noStrike" cap="all" spc="0" baseline="0">
          <a:solidFill>
            <a:srgbClr val="26282A"/>
          </a:solidFill>
          <a:uFillTx/>
          <a:latin typeface="+mj-lt"/>
          <a:ea typeface="+mj-ea"/>
          <a:cs typeface="+mj-cs"/>
          <a:sym typeface="微软雅黑" panose="020B0503020204020204" charset="-122"/>
        </a:defRPr>
      </a:lvl9pPr>
    </p:titleStyle>
    <p:bodyStyle>
      <a:lvl1pPr marL="0" marR="0" indent="0" algn="l" defTabSz="412750" rtl="0" eaLnBrk="1" latinLnBrk="0" hangingPunct="1">
        <a:lnSpc>
          <a:spcPct val="120000"/>
        </a:lnSpc>
        <a:spcBef>
          <a:spcPts val="100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rgbClr val="26282A"/>
          </a:solidFill>
          <a:uFillTx/>
          <a:latin typeface="微软雅黑 Light" panose="020B0502040204020203" charset="-122"/>
          <a:ea typeface="微软雅黑 Light" panose="020B0502040204020203" charset="-122"/>
          <a:cs typeface="微软雅黑 Light" panose="020B0502040204020203" charset="-122"/>
          <a:sym typeface="微软雅黑 Light" panose="020B0502040204020203" charset="-122"/>
        </a:defRPr>
      </a:lvl1pPr>
      <a:lvl2pPr marL="0" marR="0" indent="0" algn="l" defTabSz="412750" rtl="0" eaLnBrk="1" latinLnBrk="0" hangingPunct="1">
        <a:lnSpc>
          <a:spcPct val="120000"/>
        </a:lnSpc>
        <a:spcBef>
          <a:spcPts val="100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rgbClr val="26282A"/>
          </a:solidFill>
          <a:uFillTx/>
          <a:latin typeface="微软雅黑 Light" panose="020B0502040204020203" charset="-122"/>
          <a:ea typeface="微软雅黑 Light" panose="020B0502040204020203" charset="-122"/>
          <a:cs typeface="微软雅黑 Light" panose="020B0502040204020203" charset="-122"/>
          <a:sym typeface="微软雅黑 Light" panose="020B0502040204020203" charset="-122"/>
        </a:defRPr>
      </a:lvl2pPr>
      <a:lvl3pPr marL="0" marR="0" indent="0" algn="l" defTabSz="412750" rtl="0" eaLnBrk="1" latinLnBrk="0" hangingPunct="1">
        <a:lnSpc>
          <a:spcPct val="120000"/>
        </a:lnSpc>
        <a:spcBef>
          <a:spcPts val="100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rgbClr val="26282A"/>
          </a:solidFill>
          <a:uFillTx/>
          <a:latin typeface="微软雅黑 Light" panose="020B0502040204020203" charset="-122"/>
          <a:ea typeface="微软雅黑 Light" panose="020B0502040204020203" charset="-122"/>
          <a:cs typeface="微软雅黑 Light" panose="020B0502040204020203" charset="-122"/>
          <a:sym typeface="微软雅黑 Light" panose="020B0502040204020203" charset="-122"/>
        </a:defRPr>
      </a:lvl3pPr>
      <a:lvl4pPr marL="0" marR="0" indent="0" algn="l" defTabSz="412750" rtl="0" eaLnBrk="1" latinLnBrk="0" hangingPunct="1">
        <a:lnSpc>
          <a:spcPct val="120000"/>
        </a:lnSpc>
        <a:spcBef>
          <a:spcPts val="100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rgbClr val="26282A"/>
          </a:solidFill>
          <a:uFillTx/>
          <a:latin typeface="微软雅黑 Light" panose="020B0502040204020203" charset="-122"/>
          <a:ea typeface="微软雅黑 Light" panose="020B0502040204020203" charset="-122"/>
          <a:cs typeface="微软雅黑 Light" panose="020B0502040204020203" charset="-122"/>
          <a:sym typeface="微软雅黑 Light" panose="020B0502040204020203" charset="-122"/>
        </a:defRPr>
      </a:lvl4pPr>
      <a:lvl5pPr marL="0" marR="0" indent="0" algn="l" defTabSz="412750" rtl="0" eaLnBrk="1" latinLnBrk="0" hangingPunct="1">
        <a:lnSpc>
          <a:spcPct val="120000"/>
        </a:lnSpc>
        <a:spcBef>
          <a:spcPts val="100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rgbClr val="26282A"/>
          </a:solidFill>
          <a:uFillTx/>
          <a:latin typeface="微软雅黑 Light" panose="020B0502040204020203" charset="-122"/>
          <a:ea typeface="微软雅黑 Light" panose="020B0502040204020203" charset="-122"/>
          <a:cs typeface="微软雅黑 Light" panose="020B0502040204020203" charset="-122"/>
          <a:sym typeface="微软雅黑 Light" panose="020B0502040204020203" charset="-122"/>
        </a:defRPr>
      </a:lvl5pPr>
      <a:lvl6pPr marL="0" marR="0" indent="0" algn="l" defTabSz="412750" rtl="0" eaLnBrk="1" latinLnBrk="0" hangingPunct="1">
        <a:lnSpc>
          <a:spcPct val="120000"/>
        </a:lnSpc>
        <a:spcBef>
          <a:spcPts val="100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rgbClr val="26282A"/>
          </a:solidFill>
          <a:uFillTx/>
          <a:latin typeface="微软雅黑 Light" panose="020B0502040204020203" charset="-122"/>
          <a:ea typeface="微软雅黑 Light" panose="020B0502040204020203" charset="-122"/>
          <a:cs typeface="微软雅黑 Light" panose="020B0502040204020203" charset="-122"/>
          <a:sym typeface="微软雅黑 Light" panose="020B0502040204020203" charset="-122"/>
        </a:defRPr>
      </a:lvl6pPr>
      <a:lvl7pPr marL="0" marR="0" indent="0" algn="l" defTabSz="412750" rtl="0" eaLnBrk="1" latinLnBrk="0" hangingPunct="1">
        <a:lnSpc>
          <a:spcPct val="120000"/>
        </a:lnSpc>
        <a:spcBef>
          <a:spcPts val="100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rgbClr val="26282A"/>
          </a:solidFill>
          <a:uFillTx/>
          <a:latin typeface="微软雅黑 Light" panose="020B0502040204020203" charset="-122"/>
          <a:ea typeface="微软雅黑 Light" panose="020B0502040204020203" charset="-122"/>
          <a:cs typeface="微软雅黑 Light" panose="020B0502040204020203" charset="-122"/>
          <a:sym typeface="微软雅黑 Light" panose="020B0502040204020203" charset="-122"/>
        </a:defRPr>
      </a:lvl7pPr>
      <a:lvl8pPr marL="0" marR="0" indent="0" algn="l" defTabSz="412750" rtl="0" eaLnBrk="1" latinLnBrk="0" hangingPunct="1">
        <a:lnSpc>
          <a:spcPct val="120000"/>
        </a:lnSpc>
        <a:spcBef>
          <a:spcPts val="100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rgbClr val="26282A"/>
          </a:solidFill>
          <a:uFillTx/>
          <a:latin typeface="微软雅黑 Light" panose="020B0502040204020203" charset="-122"/>
          <a:ea typeface="微软雅黑 Light" panose="020B0502040204020203" charset="-122"/>
          <a:cs typeface="微软雅黑 Light" panose="020B0502040204020203" charset="-122"/>
          <a:sym typeface="微软雅黑 Light" panose="020B0502040204020203" charset="-122"/>
        </a:defRPr>
      </a:lvl8pPr>
      <a:lvl9pPr marL="0" marR="0" indent="0" algn="l" defTabSz="412750" rtl="0" eaLnBrk="1" latinLnBrk="0" hangingPunct="1">
        <a:lnSpc>
          <a:spcPct val="120000"/>
        </a:lnSpc>
        <a:spcBef>
          <a:spcPts val="100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rgbClr val="26282A"/>
          </a:solidFill>
          <a:uFillTx/>
          <a:latin typeface="微软雅黑 Light" panose="020B0502040204020203" charset="-122"/>
          <a:ea typeface="微软雅黑 Light" panose="020B0502040204020203" charset="-122"/>
          <a:cs typeface="微软雅黑 Light" panose="020B0502040204020203" charset="-122"/>
          <a:sym typeface="微软雅黑 Light" panose="020B0502040204020203" charset="-122"/>
        </a:defRPr>
      </a:lvl9pPr>
    </p:bodyStyle>
    <p:otherStyle>
      <a:lvl1pPr marL="0" marR="0" indent="0" algn="r" defTabSz="412750" eaLnBrk="1" latinLnBrk="0" hangingPunct="1">
        <a:lnSpc>
          <a:spcPct val="120000"/>
        </a:lnSpc>
        <a:spcBef>
          <a:spcPts val="700"/>
        </a:spcBef>
        <a:spcAft>
          <a:spcPts val="0"/>
        </a:spcAft>
        <a:buClrTx/>
        <a:buSzTx/>
        <a:buFontTx/>
        <a:buNone/>
        <a:defRPr sz="7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90204"/>
        </a:defRPr>
      </a:lvl1pPr>
      <a:lvl2pPr marL="0" marR="0" indent="0" algn="r" defTabSz="412750" eaLnBrk="1" latinLnBrk="0" hangingPunct="1">
        <a:lnSpc>
          <a:spcPct val="120000"/>
        </a:lnSpc>
        <a:spcBef>
          <a:spcPts val="700"/>
        </a:spcBef>
        <a:spcAft>
          <a:spcPts val="0"/>
        </a:spcAft>
        <a:buClrTx/>
        <a:buSzTx/>
        <a:buFontTx/>
        <a:buNone/>
        <a:defRPr sz="7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90204"/>
        </a:defRPr>
      </a:lvl2pPr>
      <a:lvl3pPr marL="0" marR="0" indent="0" algn="r" defTabSz="412750" eaLnBrk="1" latinLnBrk="0" hangingPunct="1">
        <a:lnSpc>
          <a:spcPct val="120000"/>
        </a:lnSpc>
        <a:spcBef>
          <a:spcPts val="700"/>
        </a:spcBef>
        <a:spcAft>
          <a:spcPts val="0"/>
        </a:spcAft>
        <a:buClrTx/>
        <a:buSzTx/>
        <a:buFontTx/>
        <a:buNone/>
        <a:defRPr sz="7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90204"/>
        </a:defRPr>
      </a:lvl3pPr>
      <a:lvl4pPr marL="0" marR="0" indent="0" algn="r" defTabSz="412750" eaLnBrk="1" latinLnBrk="0" hangingPunct="1">
        <a:lnSpc>
          <a:spcPct val="120000"/>
        </a:lnSpc>
        <a:spcBef>
          <a:spcPts val="700"/>
        </a:spcBef>
        <a:spcAft>
          <a:spcPts val="0"/>
        </a:spcAft>
        <a:buClrTx/>
        <a:buSzTx/>
        <a:buFontTx/>
        <a:buNone/>
        <a:defRPr sz="7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90204"/>
        </a:defRPr>
      </a:lvl4pPr>
      <a:lvl5pPr marL="0" marR="0" indent="0" algn="r" defTabSz="412750" eaLnBrk="1" latinLnBrk="0" hangingPunct="1">
        <a:lnSpc>
          <a:spcPct val="120000"/>
        </a:lnSpc>
        <a:spcBef>
          <a:spcPts val="700"/>
        </a:spcBef>
        <a:spcAft>
          <a:spcPts val="0"/>
        </a:spcAft>
        <a:buClrTx/>
        <a:buSzTx/>
        <a:buFontTx/>
        <a:buNone/>
        <a:defRPr sz="7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90204"/>
        </a:defRPr>
      </a:lvl5pPr>
      <a:lvl6pPr marL="0" marR="0" indent="0" algn="r" defTabSz="412750" eaLnBrk="1" latinLnBrk="0" hangingPunct="1">
        <a:lnSpc>
          <a:spcPct val="120000"/>
        </a:lnSpc>
        <a:spcBef>
          <a:spcPts val="700"/>
        </a:spcBef>
        <a:spcAft>
          <a:spcPts val="0"/>
        </a:spcAft>
        <a:buClrTx/>
        <a:buSzTx/>
        <a:buFontTx/>
        <a:buNone/>
        <a:defRPr sz="7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90204"/>
        </a:defRPr>
      </a:lvl6pPr>
      <a:lvl7pPr marL="0" marR="0" indent="0" algn="r" defTabSz="412750" eaLnBrk="1" latinLnBrk="0" hangingPunct="1">
        <a:lnSpc>
          <a:spcPct val="120000"/>
        </a:lnSpc>
        <a:spcBef>
          <a:spcPts val="700"/>
        </a:spcBef>
        <a:spcAft>
          <a:spcPts val="0"/>
        </a:spcAft>
        <a:buClrTx/>
        <a:buSzTx/>
        <a:buFontTx/>
        <a:buNone/>
        <a:defRPr sz="7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90204"/>
        </a:defRPr>
      </a:lvl7pPr>
      <a:lvl8pPr marL="0" marR="0" indent="0" algn="r" defTabSz="412750" eaLnBrk="1" latinLnBrk="0" hangingPunct="1">
        <a:lnSpc>
          <a:spcPct val="120000"/>
        </a:lnSpc>
        <a:spcBef>
          <a:spcPts val="700"/>
        </a:spcBef>
        <a:spcAft>
          <a:spcPts val="0"/>
        </a:spcAft>
        <a:buClrTx/>
        <a:buSzTx/>
        <a:buFontTx/>
        <a:buNone/>
        <a:defRPr sz="7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90204"/>
        </a:defRPr>
      </a:lvl8pPr>
      <a:lvl9pPr marL="0" marR="0" indent="0" algn="r" defTabSz="412750" eaLnBrk="1" latinLnBrk="0" hangingPunct="1">
        <a:lnSpc>
          <a:spcPct val="120000"/>
        </a:lnSpc>
        <a:spcBef>
          <a:spcPts val="700"/>
        </a:spcBef>
        <a:spcAft>
          <a:spcPts val="0"/>
        </a:spcAft>
        <a:buClrTx/>
        <a:buSzTx/>
        <a:buFontTx/>
        <a:buNone/>
        <a:defRPr sz="7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90204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D252A5E4-75CB-DEC6-3F62-D271FD5FB989}"/>
              </a:ext>
            </a:extLst>
          </p:cNvPr>
          <p:cNvSpPr txBox="1"/>
          <p:nvPr/>
        </p:nvSpPr>
        <p:spPr>
          <a:xfrm>
            <a:off x="802433" y="328267"/>
            <a:ext cx="3974840" cy="45692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25400" tIns="25400" rIns="25400" bIns="25400" numCol="1" spcCol="38100" rtlCol="0" anchor="ctr" forceAA="0">
            <a:spAutoFit/>
          </a:bodyPr>
          <a:lstStyle/>
          <a:p>
            <a:pPr marR="0" algn="l" defTabSz="412750" rtl="0" ea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kumimoji="0" lang="zh-CN" altLang="en-US" sz="2400" b="1" i="0" u="none" strike="noStrike" cap="all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charset="-122"/>
              </a:rPr>
              <a:t>星光</a:t>
            </a:r>
            <a:r>
              <a:rPr kumimoji="0" lang="en-US" altLang="zh-CN" sz="2400" b="1" i="0" u="none" strike="noStrike" cap="all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charset="-122"/>
              </a:rPr>
              <a:t>L</a:t>
            </a:r>
            <a:r>
              <a:rPr kumimoji="0" lang="zh-CN" altLang="en-US" sz="2400" b="1" i="0" u="none" strike="noStrike" cap="all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charset="-122"/>
              </a:rPr>
              <a:t>用户画像对比概况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CCE1BF0-8914-52EA-2964-ACD5267977A4}"/>
              </a:ext>
            </a:extLst>
          </p:cNvPr>
          <p:cNvSpPr txBox="1"/>
          <p:nvPr/>
        </p:nvSpPr>
        <p:spPr>
          <a:xfrm>
            <a:off x="802433" y="1103242"/>
            <a:ext cx="10699102" cy="28789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25400" tIns="25400" rIns="25400" bIns="25400" numCol="1" spcCol="38100" rtlCol="0" anchor="ctr" forceAA="0">
            <a:spAutoFit/>
          </a:bodyPr>
          <a:lstStyle/>
          <a:p>
            <a:pPr marR="0" algn="l" defTabSz="412750" rtl="0" ea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截止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日，星光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用户画像收集了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836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份，其中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日前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511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份，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日后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325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份。</a:t>
            </a:r>
            <a:endParaRPr kumimoji="0" lang="zh-CN" altLang="en-US" sz="1400" i="0" u="none" strike="noStrike" cap="all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 Light" panose="020B0502040204020203" charset="-122"/>
            </a:endParaRPr>
          </a:p>
        </p:txBody>
      </p:sp>
      <p:sp>
        <p:nvSpPr>
          <p:cNvPr id="15" name="Upersona_Comparison_Body">
            <a:extLst>
              <a:ext uri="{FF2B5EF4-FFF2-40B4-BE49-F238E27FC236}">
                <a16:creationId xmlns:a16="http://schemas.microsoft.com/office/drawing/2014/main" id="{0CAED12D-6B12-98FE-2E39-C32584E8C5E9}"/>
              </a:ext>
            </a:extLst>
          </p:cNvPr>
          <p:cNvSpPr txBox="1"/>
          <p:nvPr/>
        </p:nvSpPr>
        <p:spPr>
          <a:xfrm>
            <a:off x="825500" y="1473200"/>
            <a:ext cx="10604500" cy="167640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zh-CN" altLang="en-US" sz="1330">
                <a:solidFill>
                  <a:srgbClr val="1A273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□  基础特性：女性、</a:t>
            </a:r>
            <a:r>
              <a:rPr lang="en-US" altLang="zh-CN" sz="1330">
                <a:solidFill>
                  <a:srgbClr val="1A273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sz="1330">
                <a:solidFill>
                  <a:srgbClr val="1A273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岁以下年轻用户、个体经营者及中等收入（</a:t>
            </a:r>
            <a:r>
              <a:rPr lang="en-US" altLang="zh-CN" sz="1330">
                <a:solidFill>
                  <a:srgbClr val="1A273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15-35</a:t>
            </a:r>
            <a:r>
              <a:rPr lang="zh-CN" altLang="en-US" sz="1330">
                <a:solidFill>
                  <a:srgbClr val="1A273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万）家庭比例明显上升。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zh-CN" altLang="en-US" sz="1330">
                <a:solidFill>
                  <a:srgbClr val="1A273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□  触媒习惯：抖音仍是首要了解渠道，车主口碑影响增强，官方广告和正面新闻的决策影响下降。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zh-CN" altLang="en-US" sz="1330">
                <a:solidFill>
                  <a:srgbClr val="1A273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□  决策关注点：品牌档次和售后服务关注度小幅提升，对置换补贴等价格刺激的敏感度下降。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zh-CN" altLang="en-US" sz="1330">
                <a:solidFill>
                  <a:srgbClr val="1A273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□  产品选择：竞品对比重心从同门车型（华境</a:t>
            </a:r>
            <a:r>
              <a:rPr lang="en-US" altLang="zh-CN" sz="1330">
                <a:solidFill>
                  <a:srgbClr val="1A273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S/</a:t>
            </a:r>
            <a:r>
              <a:rPr lang="zh-CN" altLang="en-US" sz="1330">
                <a:solidFill>
                  <a:srgbClr val="1A273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星光</a:t>
            </a:r>
            <a:r>
              <a:rPr lang="en-US" altLang="zh-CN" sz="1330">
                <a:solidFill>
                  <a:srgbClr val="1A273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730</a:t>
            </a:r>
            <a:r>
              <a:rPr lang="zh-CN" altLang="en-US" sz="1330">
                <a:solidFill>
                  <a:srgbClr val="1A273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）转向零跑</a:t>
            </a:r>
            <a:r>
              <a:rPr lang="en-US" altLang="zh-CN" sz="1330">
                <a:solidFill>
                  <a:srgbClr val="1A273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C16</a:t>
            </a:r>
            <a:r>
              <a:rPr lang="zh-CN" altLang="en-US" sz="1330">
                <a:solidFill>
                  <a:srgbClr val="1A273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、长安启源</a:t>
            </a:r>
            <a:r>
              <a:rPr lang="en-US" altLang="zh-CN" sz="1330">
                <a:solidFill>
                  <a:srgbClr val="1A273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Q07</a:t>
            </a:r>
            <a:r>
              <a:rPr lang="zh-CN" altLang="en-US" sz="1330">
                <a:solidFill>
                  <a:srgbClr val="1A273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zh-CN" altLang="en-US" sz="1330">
                <a:solidFill>
                  <a:srgbClr val="1A273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□  旧车来源：合资燃油车置换占比有所提升。</a:t>
            </a:r>
            <a:endParaRPr lang="zh-CN" altLang="en-US" sz="1330" dirty="0">
              <a:solidFill>
                <a:srgbClr val="1A273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Upersona_Comparison_Table_Label">
            <a:extLst>
              <a:ext uri="{FF2B5EF4-FFF2-40B4-BE49-F238E27FC236}">
                <a16:creationId xmlns:a16="http://schemas.microsoft.com/office/drawing/2014/main" id="{55428B27-6FD5-4330-7E87-E1AA74B9878B}"/>
              </a:ext>
            </a:extLst>
          </p:cNvPr>
          <p:cNvSpPr txBox="1"/>
          <p:nvPr/>
        </p:nvSpPr>
        <p:spPr>
          <a:xfrm>
            <a:off x="825500" y="3179178"/>
            <a:ext cx="6350000" cy="24564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25400" tIns="25400" rIns="25400" bIns="25400" numCol="1" spcCol="38100" rtlCol="0" anchor="ctr" forceAA="0">
            <a:spAutoFit/>
          </a:bodyPr>
          <a:lstStyle/>
          <a:p>
            <a:pPr marR="0" algn="l" defTabSz="412750" rtl="0" ea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kumimoji="0" lang="zh-CN" altLang="en-US" sz="1150" b="1" i="0" u="none" strike="noStrike" cap="all" spc="0" normalizeH="0" baseline="0">
                <a:ln>
                  <a:noFill/>
                </a:ln>
                <a:solidFill>
                  <a:srgbClr val="1A2735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微软雅黑 Light" panose="020B0502040204020203" charset="-122"/>
              </a:rPr>
              <a:t>结论对应数据</a:t>
            </a:r>
            <a:endParaRPr kumimoji="0" lang="zh-CN" altLang="en-US" sz="1150" b="1" i="0" u="none" strike="noStrike" cap="all" spc="0" normalizeH="0" baseline="0" dirty="0">
              <a:ln>
                <a:noFill/>
              </a:ln>
              <a:solidFill>
                <a:srgbClr val="1A2735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  <a:sym typeface="微软雅黑 Light" panose="020B0502040204020203" charset="-122"/>
            </a:endParaRPr>
          </a:p>
        </p:txBody>
      </p:sp>
      <p:graphicFrame>
        <p:nvGraphicFramePr>
          <p:cNvPr id="6" name="Upersona_Comparison_Table">
            <a:extLst>
              <a:ext uri="{FF2B5EF4-FFF2-40B4-BE49-F238E27FC236}">
                <a16:creationId xmlns:a16="http://schemas.microsoft.com/office/drawing/2014/main" id="{75645450-0F65-12AF-57AF-5AA6F87039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1393920"/>
              </p:ext>
            </p:extLst>
          </p:nvPr>
        </p:nvGraphicFramePr>
        <p:xfrm>
          <a:off x="825500" y="3454400"/>
          <a:ext cx="10541000" cy="26670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2400">
                  <a:extLst>
                    <a:ext uri="{9D8B030D-6E8A-4147-A177-3AD203B41FA5}">
                      <a16:colId xmlns:a16="http://schemas.microsoft.com/office/drawing/2014/main" val="4081925436"/>
                    </a:ext>
                  </a:extLst>
                </a:gridCol>
                <a:gridCol w="3784600">
                  <a:extLst>
                    <a:ext uri="{9D8B030D-6E8A-4147-A177-3AD203B41FA5}">
                      <a16:colId xmlns:a16="http://schemas.microsoft.com/office/drawing/2014/main" val="2396874902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1372967819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426380903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789802161"/>
                    </a:ext>
                  </a:extLst>
                </a:gridCol>
              </a:tblGrid>
              <a:tr h="242455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zh-CN" altLang="en-US" sz="92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结论维度</a:t>
                      </a:r>
                    </a:p>
                  </a:txBody>
                  <a:tcPr marL="76200" marR="76200" marT="12700" marB="12700" anchor="ctr">
                    <a:solidFill>
                      <a:srgbClr val="26436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zh-CN" altLang="en-US" sz="92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关键指标</a:t>
                      </a:r>
                    </a:p>
                  </a:txBody>
                  <a:tcPr marL="76200" marR="76200" marT="12700" marB="12700" anchor="ctr">
                    <a:solidFill>
                      <a:srgbClr val="264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zh-CN" sz="92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r>
                        <a:rPr lang="zh-CN" altLang="en-US" sz="92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r>
                        <a:rPr lang="en-US" altLang="zh-CN" sz="92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</a:t>
                      </a:r>
                      <a:r>
                        <a:rPr lang="zh-CN" altLang="en-US" sz="92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日前</a:t>
                      </a:r>
                    </a:p>
                  </a:txBody>
                  <a:tcPr marL="76200" marR="76200" marT="12700" marB="12700" anchor="ctr">
                    <a:solidFill>
                      <a:srgbClr val="264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zh-CN" sz="92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r>
                        <a:rPr lang="zh-CN" altLang="en-US" sz="92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r>
                        <a:rPr lang="en-US" altLang="zh-CN" sz="92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</a:t>
                      </a:r>
                      <a:r>
                        <a:rPr lang="zh-CN" altLang="en-US" sz="92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日后</a:t>
                      </a:r>
                    </a:p>
                  </a:txBody>
                  <a:tcPr marL="76200" marR="76200" marT="12700" marB="12700" anchor="ctr">
                    <a:solidFill>
                      <a:srgbClr val="264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zh-CN" altLang="en-US" sz="92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变化</a:t>
                      </a:r>
                    </a:p>
                  </a:txBody>
                  <a:tcPr marL="76200" marR="76200" marT="12700" marB="12700" anchor="ctr">
                    <a:solidFill>
                      <a:srgbClr val="264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0803570"/>
                  </a:ext>
                </a:extLst>
              </a:tr>
              <a:tr h="242455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zh-CN" altLang="en-US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基础特性</a:t>
                      </a:r>
                    </a:p>
                  </a:txBody>
                  <a:tcPr marL="76200" marR="76200" marT="12700" marB="1270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zh-CN" altLang="en-US" sz="920" dirty="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女性</a:t>
                      </a:r>
                    </a:p>
                  </a:txBody>
                  <a:tcPr marL="76200" marR="76200" marT="12700" marB="1270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zh-CN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20.2%</a:t>
                      </a:r>
                      <a:endParaRPr lang="zh-CN" altLang="en-US" sz="920">
                        <a:solidFill>
                          <a:srgbClr val="2E3A4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12700" marB="1270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zh-CN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27.7%</a:t>
                      </a:r>
                      <a:endParaRPr lang="zh-CN" altLang="en-US" sz="920">
                        <a:solidFill>
                          <a:srgbClr val="2E3A4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12700" marB="1270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zh-CN" sz="920" b="1">
                          <a:solidFill>
                            <a:srgbClr val="23775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+7.5</a:t>
                      </a:r>
                      <a:r>
                        <a:rPr lang="zh-CN" altLang="en-US" sz="920" b="1">
                          <a:solidFill>
                            <a:srgbClr val="23775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个百分点</a:t>
                      </a:r>
                    </a:p>
                  </a:txBody>
                  <a:tcPr marL="76200" marR="76200" marT="12700" marB="12700" anchor="ctr"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673810"/>
                  </a:ext>
                </a:extLst>
              </a:tr>
              <a:tr h="242455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zh-CN" altLang="en-US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基础特性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n-US" altLang="zh-CN" sz="920" dirty="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</a:t>
                      </a:r>
                      <a:r>
                        <a:rPr lang="zh-CN" altLang="en-US" sz="920" dirty="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岁及以下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zh-CN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9.1%</a:t>
                      </a:r>
                      <a:endParaRPr lang="zh-CN" altLang="en-US" sz="920">
                        <a:solidFill>
                          <a:srgbClr val="2E3A4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zh-CN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12.9%</a:t>
                      </a:r>
                      <a:endParaRPr lang="zh-CN" altLang="en-US" sz="920">
                        <a:solidFill>
                          <a:srgbClr val="2E3A4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zh-CN" sz="920" b="1">
                          <a:solidFill>
                            <a:srgbClr val="23775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+3.7</a:t>
                      </a:r>
                      <a:r>
                        <a:rPr lang="zh-CN" altLang="en-US" sz="920" b="1">
                          <a:solidFill>
                            <a:srgbClr val="23775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个百分点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8350536"/>
                  </a:ext>
                </a:extLst>
              </a:tr>
              <a:tr h="242455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zh-CN" altLang="en-US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基础特性</a:t>
                      </a:r>
                    </a:p>
                  </a:txBody>
                  <a:tcPr marL="76200" marR="76200" marT="12700" marB="1270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zh-CN" altLang="en-US" sz="920" dirty="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个体工商户</a:t>
                      </a:r>
                    </a:p>
                  </a:txBody>
                  <a:tcPr marL="76200" marR="76200" marT="12700" marB="1270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zh-CN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18.4%</a:t>
                      </a:r>
                      <a:endParaRPr lang="zh-CN" altLang="en-US" sz="920">
                        <a:solidFill>
                          <a:srgbClr val="2E3A4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12700" marB="1270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zh-CN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23.4%</a:t>
                      </a:r>
                      <a:endParaRPr lang="zh-CN" altLang="en-US" sz="920">
                        <a:solidFill>
                          <a:srgbClr val="2E3A4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12700" marB="1270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zh-CN" sz="920" b="1">
                          <a:solidFill>
                            <a:srgbClr val="23775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+5.0</a:t>
                      </a:r>
                      <a:r>
                        <a:rPr lang="zh-CN" altLang="en-US" sz="920" b="1">
                          <a:solidFill>
                            <a:srgbClr val="23775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个百分点</a:t>
                      </a:r>
                    </a:p>
                  </a:txBody>
                  <a:tcPr marL="76200" marR="76200" marT="12700" marB="12700" anchor="ctr"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711667"/>
                  </a:ext>
                </a:extLst>
              </a:tr>
              <a:tr h="242455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zh-CN" altLang="en-US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基础特性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zh-CN" altLang="en-US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家庭年收入</a:t>
                      </a:r>
                      <a:r>
                        <a:rPr lang="en-US" altLang="zh-CN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15-35</a:t>
                      </a:r>
                      <a:r>
                        <a:rPr lang="zh-CN" altLang="en-US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万元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zh-CN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38.8%</a:t>
                      </a:r>
                      <a:endParaRPr lang="zh-CN" altLang="en-US" sz="920">
                        <a:solidFill>
                          <a:srgbClr val="2E3A4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zh-CN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46.2%</a:t>
                      </a:r>
                      <a:endParaRPr lang="zh-CN" altLang="en-US" sz="920">
                        <a:solidFill>
                          <a:srgbClr val="2E3A4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zh-CN" sz="920" b="1">
                          <a:solidFill>
                            <a:srgbClr val="23775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+7.4</a:t>
                      </a:r>
                      <a:r>
                        <a:rPr lang="zh-CN" altLang="en-US" sz="920" b="1">
                          <a:solidFill>
                            <a:srgbClr val="23775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个百分点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6839698"/>
                  </a:ext>
                </a:extLst>
              </a:tr>
              <a:tr h="242455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zh-CN" altLang="en-US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触媒习惯</a:t>
                      </a:r>
                    </a:p>
                  </a:txBody>
                  <a:tcPr marL="76200" marR="76200" marT="12700" marB="1270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zh-CN" altLang="en-US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抖音（了解渠道）</a:t>
                      </a:r>
                    </a:p>
                  </a:txBody>
                  <a:tcPr marL="76200" marR="76200" marT="12700" marB="1270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zh-CN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38.9%</a:t>
                      </a:r>
                      <a:endParaRPr lang="zh-CN" altLang="en-US" sz="920">
                        <a:solidFill>
                          <a:srgbClr val="2E3A4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12700" marB="1270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zh-CN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37.8%</a:t>
                      </a:r>
                      <a:endParaRPr lang="zh-CN" altLang="en-US" sz="920">
                        <a:solidFill>
                          <a:srgbClr val="2E3A4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12700" marB="1270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zh-CN" sz="920" b="1">
                          <a:solidFill>
                            <a:srgbClr val="D34E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-1.2</a:t>
                      </a:r>
                      <a:r>
                        <a:rPr lang="zh-CN" altLang="en-US" sz="920" b="1">
                          <a:solidFill>
                            <a:srgbClr val="D34E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个百分点</a:t>
                      </a:r>
                    </a:p>
                  </a:txBody>
                  <a:tcPr marL="76200" marR="76200" marT="12700" marB="12700" anchor="ctr"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557573"/>
                  </a:ext>
                </a:extLst>
              </a:tr>
              <a:tr h="242455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zh-CN" altLang="en-US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触媒习惯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zh-CN" altLang="en-US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车主口碑（决策信息）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zh-CN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10.9%</a:t>
                      </a:r>
                      <a:endParaRPr lang="zh-CN" altLang="en-US" sz="920">
                        <a:solidFill>
                          <a:srgbClr val="2E3A4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zh-CN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15.7%</a:t>
                      </a:r>
                      <a:endParaRPr lang="zh-CN" altLang="en-US" sz="920">
                        <a:solidFill>
                          <a:srgbClr val="2E3A4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zh-CN" sz="920" b="1">
                          <a:solidFill>
                            <a:srgbClr val="23775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+4.9</a:t>
                      </a:r>
                      <a:r>
                        <a:rPr lang="zh-CN" altLang="en-US" sz="920" b="1">
                          <a:solidFill>
                            <a:srgbClr val="23775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个百分点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186395"/>
                  </a:ext>
                </a:extLst>
              </a:tr>
              <a:tr h="242455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zh-CN" altLang="en-US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决策关注</a:t>
                      </a:r>
                    </a:p>
                  </a:txBody>
                  <a:tcPr marL="76200" marR="76200" marT="12700" marB="1270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zh-CN" altLang="en-US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官方广告（决策信息）</a:t>
                      </a:r>
                    </a:p>
                  </a:txBody>
                  <a:tcPr marL="76200" marR="76200" marT="12700" marB="1270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zh-CN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38.5%</a:t>
                      </a:r>
                      <a:endParaRPr lang="zh-CN" altLang="en-US" sz="920">
                        <a:solidFill>
                          <a:srgbClr val="2E3A4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12700" marB="1270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zh-CN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34.2%</a:t>
                      </a:r>
                      <a:endParaRPr lang="zh-CN" altLang="en-US" sz="920">
                        <a:solidFill>
                          <a:srgbClr val="2E3A4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12700" marB="1270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zh-CN" sz="920" b="1">
                          <a:solidFill>
                            <a:srgbClr val="D34E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-4.4</a:t>
                      </a:r>
                      <a:r>
                        <a:rPr lang="zh-CN" altLang="en-US" sz="920" b="1">
                          <a:solidFill>
                            <a:srgbClr val="D34E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个百分点</a:t>
                      </a:r>
                    </a:p>
                  </a:txBody>
                  <a:tcPr marL="76200" marR="76200" marT="12700" marB="12700" anchor="ctr"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0709887"/>
                  </a:ext>
                </a:extLst>
              </a:tr>
              <a:tr h="242455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zh-CN" altLang="en-US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竞品对比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zh-CN" altLang="en-US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华境</a:t>
                      </a:r>
                      <a:r>
                        <a:rPr lang="en-US" altLang="zh-CN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</a:t>
                      </a:r>
                      <a:r>
                        <a:rPr lang="zh-CN" altLang="en-US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＋星光</a:t>
                      </a:r>
                      <a:r>
                        <a:rPr lang="en-US" altLang="zh-CN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730</a:t>
                      </a:r>
                      <a:endParaRPr lang="zh-CN" altLang="en-US" sz="920">
                        <a:solidFill>
                          <a:srgbClr val="2E3A4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zh-CN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39.3%</a:t>
                      </a:r>
                      <a:endParaRPr lang="zh-CN" altLang="en-US" sz="920">
                        <a:solidFill>
                          <a:srgbClr val="2E3A4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zh-CN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34.7%</a:t>
                      </a:r>
                      <a:endParaRPr lang="zh-CN" altLang="en-US" sz="920">
                        <a:solidFill>
                          <a:srgbClr val="2E3A4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zh-CN" sz="920" b="1">
                          <a:solidFill>
                            <a:srgbClr val="D34E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-4.5</a:t>
                      </a:r>
                      <a:r>
                        <a:rPr lang="zh-CN" altLang="en-US" sz="920" b="1">
                          <a:solidFill>
                            <a:srgbClr val="D34E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个百分点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938503"/>
                  </a:ext>
                </a:extLst>
              </a:tr>
              <a:tr h="242455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zh-CN" altLang="en-US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竞品对比</a:t>
                      </a:r>
                    </a:p>
                  </a:txBody>
                  <a:tcPr marL="76200" marR="76200" marT="12700" marB="1270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zh-CN" altLang="en-US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零跑</a:t>
                      </a:r>
                      <a:r>
                        <a:rPr lang="en-US" altLang="zh-CN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C16</a:t>
                      </a:r>
                      <a:r>
                        <a:rPr lang="zh-CN" altLang="en-US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＋长安启源</a:t>
                      </a:r>
                      <a:r>
                        <a:rPr lang="en-US" altLang="zh-CN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Q07</a:t>
                      </a:r>
                      <a:endParaRPr lang="zh-CN" altLang="en-US" sz="920">
                        <a:solidFill>
                          <a:srgbClr val="2E3A4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12700" marB="1270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zh-CN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16.6%</a:t>
                      </a:r>
                      <a:endParaRPr lang="zh-CN" altLang="en-US" sz="920">
                        <a:solidFill>
                          <a:srgbClr val="2E3A4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12700" marB="1270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zh-CN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23.1%</a:t>
                      </a:r>
                      <a:endParaRPr lang="zh-CN" altLang="en-US" sz="920">
                        <a:solidFill>
                          <a:srgbClr val="2E3A4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12700" marB="1270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zh-CN" sz="920" b="1">
                          <a:solidFill>
                            <a:srgbClr val="23775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+6.5</a:t>
                      </a:r>
                      <a:r>
                        <a:rPr lang="zh-CN" altLang="en-US" sz="920" b="1">
                          <a:solidFill>
                            <a:srgbClr val="23775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个百分点</a:t>
                      </a:r>
                    </a:p>
                  </a:txBody>
                  <a:tcPr marL="76200" marR="76200" marT="12700" marB="12700" anchor="ctr"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4083326"/>
                  </a:ext>
                </a:extLst>
              </a:tr>
              <a:tr h="242455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zh-CN" altLang="en-US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旧车来源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zh-CN" altLang="en-US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合资燃油车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zh-CN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44.9%</a:t>
                      </a:r>
                      <a:endParaRPr lang="zh-CN" altLang="en-US" sz="920">
                        <a:solidFill>
                          <a:srgbClr val="2E3A4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zh-CN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46.9%</a:t>
                      </a:r>
                      <a:endParaRPr lang="zh-CN" altLang="en-US" sz="920">
                        <a:solidFill>
                          <a:srgbClr val="2E3A4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zh-CN" sz="920" b="1" dirty="0">
                          <a:solidFill>
                            <a:srgbClr val="23775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+2.0</a:t>
                      </a:r>
                      <a:r>
                        <a:rPr lang="zh-CN" altLang="en-US" sz="920" b="1" dirty="0">
                          <a:solidFill>
                            <a:srgbClr val="23775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个百分点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1369672"/>
                  </a:ext>
                </a:extLst>
              </a:tr>
            </a:tbl>
          </a:graphicData>
        </a:graphic>
      </p:graphicFrame>
      <p:sp>
        <p:nvSpPr>
          <p:cNvPr id="7" name="Upersona_Comparison_Table_Note">
            <a:extLst>
              <a:ext uri="{FF2B5EF4-FFF2-40B4-BE49-F238E27FC236}">
                <a16:creationId xmlns:a16="http://schemas.microsoft.com/office/drawing/2014/main" id="{45419FC7-A1BA-E367-EFEC-2CDCC9D79F89}"/>
              </a:ext>
            </a:extLst>
          </p:cNvPr>
          <p:cNvSpPr txBox="1"/>
          <p:nvPr/>
        </p:nvSpPr>
        <p:spPr>
          <a:xfrm>
            <a:off x="825500" y="6178838"/>
            <a:ext cx="10541000" cy="189924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25400" tIns="25400" rIns="25400" bIns="25400" numCol="1" spcCol="38100" rtlCol="0" anchor="ctr" forceAA="0">
            <a:spAutoFit/>
          </a:bodyPr>
          <a:lstStyle/>
          <a:p>
            <a:pPr marR="0" algn="l" defTabSz="412750" rtl="0" ea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kumimoji="0" lang="zh-CN" altLang="en-US" sz="820" b="1" i="0" u="none" strike="noStrike" cap="all" spc="0" normalizeH="0" baseline="0">
                <a:ln>
                  <a:noFill/>
                </a:ln>
                <a:solidFill>
                  <a:srgbClr val="8994A3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微软雅黑 Light" panose="020B0502040204020203" charset="-122"/>
              </a:rPr>
              <a:t>注：变化为百分点；多选题按有效提及次数计算。汽车垂媒在两阶段存在合并项与拆分项差异，因此未直接比较。</a:t>
            </a:r>
            <a:endParaRPr kumimoji="0" lang="zh-CN" altLang="en-US" sz="820" b="1" i="0" u="none" strike="noStrike" cap="all" spc="0" normalizeH="0" baseline="0" dirty="0">
              <a:ln>
                <a:noFill/>
              </a:ln>
              <a:solidFill>
                <a:srgbClr val="8994A3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  <a:sym typeface="微软雅黑 Light" panose="020B0502040204020203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87363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749BF-ED86-B9E3-3E0A-2278314DB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91B7DA62-DE2C-1AA5-26DB-68EF5449EA16}"/>
              </a:ext>
            </a:extLst>
          </p:cNvPr>
          <p:cNvSpPr txBox="1"/>
          <p:nvPr/>
        </p:nvSpPr>
        <p:spPr>
          <a:xfrm>
            <a:off x="802433" y="328267"/>
            <a:ext cx="3974840" cy="45692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25400" tIns="25400" rIns="25400" bIns="25400" numCol="1" spcCol="38100" rtlCol="0" anchor="ctr" forceAA="0">
            <a:spAutoFit/>
          </a:bodyPr>
          <a:lstStyle/>
          <a:p>
            <a:pPr marR="0" algn="l" defTabSz="412750" rtl="0" ea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kumimoji="0" lang="zh-CN" altLang="en-US" sz="2400" b="1" i="0" u="none" strike="noStrike" cap="all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charset="-122"/>
              </a:rPr>
              <a:t>华境</a:t>
            </a:r>
            <a:r>
              <a:rPr kumimoji="0" lang="en-US" altLang="zh-CN" sz="2400" b="1" i="0" u="none" strike="noStrike" cap="all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charset="-122"/>
              </a:rPr>
              <a:t>S</a:t>
            </a:r>
            <a:r>
              <a:rPr kumimoji="0" lang="zh-CN" altLang="en-US" sz="2400" b="1" i="0" u="none" strike="noStrike" cap="all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charset="-122"/>
              </a:rPr>
              <a:t>用户画像对比概况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C6A0BFC-9292-8D5A-0FC2-A2A7CF7EC71A}"/>
              </a:ext>
            </a:extLst>
          </p:cNvPr>
          <p:cNvSpPr txBox="1"/>
          <p:nvPr/>
        </p:nvSpPr>
        <p:spPr>
          <a:xfrm>
            <a:off x="802433" y="1103242"/>
            <a:ext cx="10699102" cy="28789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25400" tIns="25400" rIns="25400" bIns="25400" numCol="1" spcCol="38100" rtlCol="0" anchor="ctr" forceAA="0">
            <a:spAutoFit/>
          </a:bodyPr>
          <a:lstStyle/>
          <a:p>
            <a:pPr marR="0" algn="l" defTabSz="412750" rtl="0" ea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截止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日，华境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用户画像收集了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3989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份，其中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2242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份，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1526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份，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221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份。</a:t>
            </a:r>
            <a:endParaRPr kumimoji="0" lang="zh-CN" altLang="en-US" sz="1400" i="0" u="none" strike="noStrike" cap="all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 Light" panose="020B0502040204020203" charset="-122"/>
            </a:endParaRPr>
          </a:p>
        </p:txBody>
      </p:sp>
      <p:sp>
        <p:nvSpPr>
          <p:cNvPr id="2" name="Upersona_Comparison_Body">
            <a:extLst>
              <a:ext uri="{FF2B5EF4-FFF2-40B4-BE49-F238E27FC236}">
                <a16:creationId xmlns:a16="http://schemas.microsoft.com/office/drawing/2014/main" id="{3258F409-7E01-8A30-E095-68626B2FC5CF}"/>
              </a:ext>
            </a:extLst>
          </p:cNvPr>
          <p:cNvSpPr txBox="1"/>
          <p:nvPr/>
        </p:nvSpPr>
        <p:spPr>
          <a:xfrm>
            <a:off x="825500" y="1473200"/>
            <a:ext cx="10604500" cy="167640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 lIns="0" tIns="0" rIns="0" bIns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zh-CN" altLang="en-US" sz="1330">
                <a:solidFill>
                  <a:srgbClr val="1A273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□  基础特性：新一线城市用户占比提升，零售商贸和个体户比例上升，用户年轻化，但高收入用户占比降低。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zh-CN" altLang="en-US" sz="1330">
                <a:solidFill>
                  <a:srgbClr val="1A273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□  触媒习惯：汽车垂媒影响下降，抖音影响力逐步提高。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zh-CN" altLang="en-US" sz="1330">
                <a:solidFill>
                  <a:srgbClr val="1A273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□  决策关注点：用户口碑和品牌档次成为关注增多的因素，也更常被车主列为推荐华境</a:t>
            </a:r>
            <a:r>
              <a:rPr lang="en-US" altLang="zh-CN" sz="1330">
                <a:solidFill>
                  <a:srgbClr val="1A273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1330">
                <a:solidFill>
                  <a:srgbClr val="1A273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的理由。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zh-CN" altLang="en-US" sz="1330">
                <a:solidFill>
                  <a:srgbClr val="1A273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□  产品选择：竞品对比总体变化不大，零跑</a:t>
            </a:r>
            <a:r>
              <a:rPr lang="en-US" altLang="zh-CN" sz="1330">
                <a:solidFill>
                  <a:srgbClr val="1A273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C16</a:t>
            </a:r>
            <a:r>
              <a:rPr lang="zh-CN" altLang="en-US" sz="1330">
                <a:solidFill>
                  <a:srgbClr val="1A273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增程版（价格相似）的占比上升。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zh-CN" altLang="en-US" sz="1330">
                <a:solidFill>
                  <a:srgbClr val="1A273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□  旧车来源：合资燃油车仍是主要置换来源，占比小幅提升。</a:t>
            </a:r>
            <a:endParaRPr lang="zh-CN" altLang="en-US" sz="1330" dirty="0">
              <a:solidFill>
                <a:srgbClr val="1A273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Upersona_Comparison_Table_Label">
            <a:extLst>
              <a:ext uri="{FF2B5EF4-FFF2-40B4-BE49-F238E27FC236}">
                <a16:creationId xmlns:a16="http://schemas.microsoft.com/office/drawing/2014/main" id="{9DA48C64-82F2-6C9C-37A3-071E45C5AFB6}"/>
              </a:ext>
            </a:extLst>
          </p:cNvPr>
          <p:cNvSpPr txBox="1"/>
          <p:nvPr/>
        </p:nvSpPr>
        <p:spPr>
          <a:xfrm>
            <a:off x="825500" y="3179178"/>
            <a:ext cx="6350000" cy="24564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25400" tIns="25400" rIns="25400" bIns="25400" numCol="1" spcCol="38100" rtlCol="0" anchor="ctr" forceAA="0">
            <a:spAutoFit/>
          </a:bodyPr>
          <a:lstStyle/>
          <a:p>
            <a:pPr marR="0" algn="l" defTabSz="412750" rtl="0" ea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kumimoji="0" lang="zh-CN" altLang="en-US" sz="1150" b="1" i="0" u="none" strike="noStrike" cap="all" spc="0" normalizeH="0" baseline="0">
                <a:ln>
                  <a:noFill/>
                </a:ln>
                <a:solidFill>
                  <a:srgbClr val="1A2735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微软雅黑 Light" panose="020B0502040204020203" charset="-122"/>
              </a:rPr>
              <a:t>结论对应数据</a:t>
            </a:r>
            <a:endParaRPr kumimoji="0" lang="zh-CN" altLang="en-US" sz="1150" b="1" i="0" u="none" strike="noStrike" cap="all" spc="0" normalizeH="0" baseline="0" dirty="0">
              <a:ln>
                <a:noFill/>
              </a:ln>
              <a:solidFill>
                <a:srgbClr val="1A2735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  <a:sym typeface="微软雅黑 Light" panose="020B0502040204020203" charset="-122"/>
            </a:endParaRPr>
          </a:p>
        </p:txBody>
      </p:sp>
      <p:graphicFrame>
        <p:nvGraphicFramePr>
          <p:cNvPr id="7" name="Upersona_Comparison_Table">
            <a:extLst>
              <a:ext uri="{FF2B5EF4-FFF2-40B4-BE49-F238E27FC236}">
                <a16:creationId xmlns:a16="http://schemas.microsoft.com/office/drawing/2014/main" id="{163C710C-5444-C75F-49DC-9F94BFE8B1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7437173"/>
              </p:ext>
            </p:extLst>
          </p:nvPr>
        </p:nvGraphicFramePr>
        <p:xfrm>
          <a:off x="825500" y="3454400"/>
          <a:ext cx="10541000" cy="2857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2400">
                  <a:extLst>
                    <a:ext uri="{9D8B030D-6E8A-4147-A177-3AD203B41FA5}">
                      <a16:colId xmlns:a16="http://schemas.microsoft.com/office/drawing/2014/main" val="4152861391"/>
                    </a:ext>
                  </a:extLst>
                </a:gridCol>
                <a:gridCol w="3784600">
                  <a:extLst>
                    <a:ext uri="{9D8B030D-6E8A-4147-A177-3AD203B41FA5}">
                      <a16:colId xmlns:a16="http://schemas.microsoft.com/office/drawing/2014/main" val="2805401224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942876539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153180818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78142561"/>
                    </a:ext>
                  </a:extLst>
                </a:gridCol>
              </a:tblGrid>
              <a:tr h="238125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zh-CN" altLang="en-US" sz="92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结论维度</a:t>
                      </a:r>
                    </a:p>
                  </a:txBody>
                  <a:tcPr marL="76200" marR="76200" marT="12700" marB="12700" anchor="ctr">
                    <a:solidFill>
                      <a:srgbClr val="26436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zh-CN" altLang="en-US" sz="92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关键指标</a:t>
                      </a:r>
                    </a:p>
                  </a:txBody>
                  <a:tcPr marL="76200" marR="76200" marT="12700" marB="12700" anchor="ctr">
                    <a:solidFill>
                      <a:srgbClr val="264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zh-CN" sz="92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r>
                        <a:rPr lang="zh-CN" altLang="en-US" sz="92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76200" marR="76200" marT="12700" marB="12700" anchor="ctr">
                    <a:solidFill>
                      <a:srgbClr val="264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zh-CN" sz="92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r>
                        <a:rPr lang="zh-CN" altLang="en-US" sz="92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</a:p>
                  </a:txBody>
                  <a:tcPr marL="76200" marR="76200" marT="12700" marB="12700" anchor="ctr">
                    <a:solidFill>
                      <a:srgbClr val="264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zh-CN" altLang="en-US" sz="92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变化</a:t>
                      </a:r>
                    </a:p>
                  </a:txBody>
                  <a:tcPr marL="76200" marR="76200" marT="12700" marB="12700" anchor="ctr">
                    <a:solidFill>
                      <a:srgbClr val="264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760716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zh-CN" altLang="en-US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基础特性</a:t>
                      </a:r>
                    </a:p>
                  </a:txBody>
                  <a:tcPr marL="76200" marR="76200" marT="12700" marB="1270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zh-CN" altLang="en-US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新一线城市</a:t>
                      </a:r>
                    </a:p>
                  </a:txBody>
                  <a:tcPr marL="76200" marR="76200" marT="12700" marB="1270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zh-CN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23.3%</a:t>
                      </a:r>
                      <a:endParaRPr lang="zh-CN" altLang="en-US" sz="920">
                        <a:solidFill>
                          <a:srgbClr val="2E3A4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12700" marB="1270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zh-CN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28.7%</a:t>
                      </a:r>
                      <a:endParaRPr lang="zh-CN" altLang="en-US" sz="920">
                        <a:solidFill>
                          <a:srgbClr val="2E3A4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12700" marB="1270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zh-CN" sz="920" b="1">
                          <a:solidFill>
                            <a:srgbClr val="23775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+5.4</a:t>
                      </a:r>
                      <a:r>
                        <a:rPr lang="zh-CN" altLang="en-US" sz="920" b="1">
                          <a:solidFill>
                            <a:srgbClr val="23775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个百分点</a:t>
                      </a:r>
                    </a:p>
                  </a:txBody>
                  <a:tcPr marL="76200" marR="76200" marT="12700" marB="12700" anchor="ctr"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9562604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zh-CN" altLang="en-US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基础特性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en-US" altLang="zh-CN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</a:t>
                      </a:r>
                      <a:r>
                        <a:rPr lang="zh-CN" altLang="en-US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岁及以下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zh-CN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30.7%</a:t>
                      </a:r>
                      <a:endParaRPr lang="zh-CN" altLang="en-US" sz="920">
                        <a:solidFill>
                          <a:srgbClr val="2E3A4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zh-CN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38.3%</a:t>
                      </a:r>
                      <a:endParaRPr lang="zh-CN" altLang="en-US" sz="920">
                        <a:solidFill>
                          <a:srgbClr val="2E3A4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zh-CN" sz="920" b="1">
                          <a:solidFill>
                            <a:srgbClr val="23775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+7.6</a:t>
                      </a:r>
                      <a:r>
                        <a:rPr lang="zh-CN" altLang="en-US" sz="920" b="1">
                          <a:solidFill>
                            <a:srgbClr val="23775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个百分点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9117943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zh-CN" altLang="en-US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基础特性</a:t>
                      </a:r>
                    </a:p>
                  </a:txBody>
                  <a:tcPr marL="76200" marR="76200" marT="12700" marB="1270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zh-CN" altLang="en-US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商贸零售与个体经营</a:t>
                      </a:r>
                    </a:p>
                  </a:txBody>
                  <a:tcPr marL="76200" marR="76200" marT="12700" marB="1270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zh-CN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8.8%</a:t>
                      </a:r>
                      <a:endParaRPr lang="zh-CN" altLang="en-US" sz="920">
                        <a:solidFill>
                          <a:srgbClr val="2E3A4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12700" marB="1270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zh-CN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10.1%</a:t>
                      </a:r>
                      <a:endParaRPr lang="zh-CN" altLang="en-US" sz="920">
                        <a:solidFill>
                          <a:srgbClr val="2E3A4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12700" marB="1270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zh-CN" sz="920" b="1">
                          <a:solidFill>
                            <a:srgbClr val="23775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+1.3</a:t>
                      </a:r>
                      <a:r>
                        <a:rPr lang="zh-CN" altLang="en-US" sz="920" b="1">
                          <a:solidFill>
                            <a:srgbClr val="23775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个百分点</a:t>
                      </a:r>
                    </a:p>
                  </a:txBody>
                  <a:tcPr marL="76200" marR="76200" marT="12700" marB="12700" anchor="ctr"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6208794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zh-CN" altLang="en-US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基础特性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zh-CN" altLang="en-US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个体工商户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zh-CN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14.8%</a:t>
                      </a:r>
                      <a:endParaRPr lang="zh-CN" altLang="en-US" sz="920">
                        <a:solidFill>
                          <a:srgbClr val="2E3A4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zh-CN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17.7%</a:t>
                      </a:r>
                      <a:endParaRPr lang="zh-CN" altLang="en-US" sz="920">
                        <a:solidFill>
                          <a:srgbClr val="2E3A4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zh-CN" sz="920" b="1">
                          <a:solidFill>
                            <a:srgbClr val="23775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+2.9</a:t>
                      </a:r>
                      <a:r>
                        <a:rPr lang="zh-CN" altLang="en-US" sz="920" b="1">
                          <a:solidFill>
                            <a:srgbClr val="23775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个百分点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4701753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zh-CN" altLang="en-US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基础特性</a:t>
                      </a:r>
                    </a:p>
                  </a:txBody>
                  <a:tcPr marL="76200" marR="76200" marT="12700" marB="1270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zh-CN" altLang="en-US" sz="920" dirty="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家庭年收入</a:t>
                      </a:r>
                      <a:r>
                        <a:rPr lang="en-US" altLang="zh-CN" sz="920" dirty="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</a:t>
                      </a:r>
                      <a:r>
                        <a:rPr lang="zh-CN" altLang="en-US" sz="920" dirty="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万元以上</a:t>
                      </a:r>
                    </a:p>
                  </a:txBody>
                  <a:tcPr marL="76200" marR="76200" marT="12700" marB="1270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zh-CN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23.9%</a:t>
                      </a:r>
                      <a:endParaRPr lang="zh-CN" altLang="en-US" sz="920">
                        <a:solidFill>
                          <a:srgbClr val="2E3A4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12700" marB="1270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zh-CN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19.9%</a:t>
                      </a:r>
                      <a:endParaRPr lang="zh-CN" altLang="en-US" sz="920">
                        <a:solidFill>
                          <a:srgbClr val="2E3A4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12700" marB="1270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zh-CN" sz="920" b="1">
                          <a:solidFill>
                            <a:srgbClr val="D34E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-4.0</a:t>
                      </a:r>
                      <a:r>
                        <a:rPr lang="zh-CN" altLang="en-US" sz="920" b="1">
                          <a:solidFill>
                            <a:srgbClr val="D34E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个百分点</a:t>
                      </a:r>
                    </a:p>
                  </a:txBody>
                  <a:tcPr marL="76200" marR="76200" marT="12700" marB="12700" anchor="ctr"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3025577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zh-CN" altLang="en-US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触媒习惯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zh-CN" altLang="en-US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汽车垂媒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zh-CN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15.7%</a:t>
                      </a:r>
                      <a:endParaRPr lang="zh-CN" altLang="en-US" sz="920">
                        <a:solidFill>
                          <a:srgbClr val="2E3A4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zh-CN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12.5%</a:t>
                      </a:r>
                      <a:endParaRPr lang="zh-CN" altLang="en-US" sz="920">
                        <a:solidFill>
                          <a:srgbClr val="2E3A4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zh-CN" sz="920" b="1">
                          <a:solidFill>
                            <a:srgbClr val="D34E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-3.2</a:t>
                      </a:r>
                      <a:r>
                        <a:rPr lang="zh-CN" altLang="en-US" sz="920" b="1">
                          <a:solidFill>
                            <a:srgbClr val="D34E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个百分点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396210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zh-CN" altLang="en-US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触媒习惯</a:t>
                      </a:r>
                    </a:p>
                  </a:txBody>
                  <a:tcPr marL="76200" marR="76200" marT="12700" marB="1270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zh-CN" altLang="en-US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抖音</a:t>
                      </a:r>
                    </a:p>
                  </a:txBody>
                  <a:tcPr marL="76200" marR="76200" marT="12700" marB="1270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zh-CN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34.9%</a:t>
                      </a:r>
                      <a:endParaRPr lang="zh-CN" altLang="en-US" sz="920">
                        <a:solidFill>
                          <a:srgbClr val="2E3A4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12700" marB="1270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zh-CN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37.8%</a:t>
                      </a:r>
                      <a:endParaRPr lang="zh-CN" altLang="en-US" sz="920">
                        <a:solidFill>
                          <a:srgbClr val="2E3A4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12700" marB="1270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zh-CN" sz="920" b="1">
                          <a:solidFill>
                            <a:srgbClr val="23775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+2.9</a:t>
                      </a:r>
                      <a:r>
                        <a:rPr lang="zh-CN" altLang="en-US" sz="920" b="1">
                          <a:solidFill>
                            <a:srgbClr val="23775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个百分点</a:t>
                      </a:r>
                    </a:p>
                  </a:txBody>
                  <a:tcPr marL="76200" marR="76200" marT="12700" marB="12700" anchor="ctr"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2717328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zh-CN" altLang="en-US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推荐理由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zh-CN" altLang="en-US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用户口碑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zh-CN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13.7%</a:t>
                      </a:r>
                      <a:endParaRPr lang="zh-CN" altLang="en-US" sz="920">
                        <a:solidFill>
                          <a:srgbClr val="2E3A4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zh-CN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15.8%</a:t>
                      </a:r>
                      <a:endParaRPr lang="zh-CN" altLang="en-US" sz="920">
                        <a:solidFill>
                          <a:srgbClr val="2E3A4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zh-CN" sz="920" b="1">
                          <a:solidFill>
                            <a:srgbClr val="23775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+2.2</a:t>
                      </a:r>
                      <a:r>
                        <a:rPr lang="zh-CN" altLang="en-US" sz="920" b="1">
                          <a:solidFill>
                            <a:srgbClr val="23775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个百分点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8656220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zh-CN" altLang="en-US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推荐理由</a:t>
                      </a:r>
                    </a:p>
                  </a:txBody>
                  <a:tcPr marL="76200" marR="76200" marT="12700" marB="1270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zh-CN" altLang="en-US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品牌档次</a:t>
                      </a:r>
                    </a:p>
                  </a:txBody>
                  <a:tcPr marL="76200" marR="76200" marT="12700" marB="1270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zh-CN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6.7%</a:t>
                      </a:r>
                      <a:endParaRPr lang="zh-CN" altLang="en-US" sz="920">
                        <a:solidFill>
                          <a:srgbClr val="2E3A4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12700" marB="1270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zh-CN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8.0%</a:t>
                      </a:r>
                      <a:endParaRPr lang="zh-CN" altLang="en-US" sz="920">
                        <a:solidFill>
                          <a:srgbClr val="2E3A4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12700" marB="1270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zh-CN" sz="920" b="1">
                          <a:solidFill>
                            <a:srgbClr val="23775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+1.2</a:t>
                      </a:r>
                      <a:r>
                        <a:rPr lang="zh-CN" altLang="en-US" sz="920" b="1">
                          <a:solidFill>
                            <a:srgbClr val="23775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个百分点</a:t>
                      </a:r>
                    </a:p>
                  </a:txBody>
                  <a:tcPr marL="76200" marR="76200" marT="12700" marB="12700" anchor="ctr"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3532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zh-CN" altLang="en-US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竞品对比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zh-CN" altLang="en-US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零跑</a:t>
                      </a:r>
                      <a:r>
                        <a:rPr lang="en-US" altLang="zh-CN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C16</a:t>
                      </a:r>
                      <a:r>
                        <a:rPr lang="zh-CN" altLang="en-US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增程版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zh-CN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4.9%</a:t>
                      </a:r>
                      <a:endParaRPr lang="zh-CN" altLang="en-US" sz="920">
                        <a:solidFill>
                          <a:srgbClr val="2E3A4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zh-CN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6.2%</a:t>
                      </a:r>
                      <a:endParaRPr lang="zh-CN" altLang="en-US" sz="920">
                        <a:solidFill>
                          <a:srgbClr val="2E3A4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zh-CN" sz="920" b="1">
                          <a:solidFill>
                            <a:srgbClr val="23775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+1.3</a:t>
                      </a:r>
                      <a:r>
                        <a:rPr lang="zh-CN" altLang="en-US" sz="920" b="1">
                          <a:solidFill>
                            <a:srgbClr val="23775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个百分点</a:t>
                      </a:r>
                    </a:p>
                  </a:txBody>
                  <a:tcPr marL="76200" marR="762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9896298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zh-CN" altLang="en-US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旧车来源</a:t>
                      </a:r>
                    </a:p>
                  </a:txBody>
                  <a:tcPr marL="76200" marR="76200" marT="12700" marB="1270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FontTx/>
                        <a:buNone/>
                      </a:pPr>
                      <a:r>
                        <a:rPr lang="zh-CN" altLang="en-US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合资燃油车</a:t>
                      </a:r>
                    </a:p>
                  </a:txBody>
                  <a:tcPr marL="76200" marR="76200" marT="12700" marB="1270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zh-CN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57.5%</a:t>
                      </a:r>
                      <a:endParaRPr lang="zh-CN" altLang="en-US" sz="920">
                        <a:solidFill>
                          <a:srgbClr val="2E3A4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12700" marB="1270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zh-CN" sz="920">
                          <a:solidFill>
                            <a:srgbClr val="2E3A4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58.1%</a:t>
                      </a:r>
                      <a:endParaRPr lang="zh-CN" altLang="en-US" sz="920">
                        <a:solidFill>
                          <a:srgbClr val="2E3A4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6200" marR="76200" marT="12700" marB="1270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FontTx/>
                        <a:buNone/>
                      </a:pPr>
                      <a:r>
                        <a:rPr lang="en-US" altLang="zh-CN" sz="920" b="1" dirty="0">
                          <a:solidFill>
                            <a:srgbClr val="23775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+0.6</a:t>
                      </a:r>
                      <a:r>
                        <a:rPr lang="zh-CN" altLang="en-US" sz="920" b="1" dirty="0">
                          <a:solidFill>
                            <a:srgbClr val="23775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个百分点</a:t>
                      </a:r>
                    </a:p>
                  </a:txBody>
                  <a:tcPr marL="76200" marR="76200" marT="12700" marB="12700" anchor="ctr"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4614259"/>
                  </a:ext>
                </a:extLst>
              </a:tr>
            </a:tbl>
          </a:graphicData>
        </a:graphic>
      </p:graphicFrame>
      <p:sp>
        <p:nvSpPr>
          <p:cNvPr id="10" name="Upersona_Comparison_Table_Note">
            <a:extLst>
              <a:ext uri="{FF2B5EF4-FFF2-40B4-BE49-F238E27FC236}">
                <a16:creationId xmlns:a16="http://schemas.microsoft.com/office/drawing/2014/main" id="{2A8425D5-ADDE-071C-1BDA-A6281F189281}"/>
              </a:ext>
            </a:extLst>
          </p:cNvPr>
          <p:cNvSpPr txBox="1"/>
          <p:nvPr/>
        </p:nvSpPr>
        <p:spPr>
          <a:xfrm>
            <a:off x="825500" y="6369338"/>
            <a:ext cx="10541000" cy="189924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25400" tIns="25400" rIns="25400" bIns="25400" numCol="1" spcCol="38100" rtlCol="0" anchor="ctr" forceAA="0">
            <a:spAutoFit/>
          </a:bodyPr>
          <a:lstStyle/>
          <a:p>
            <a:pPr marR="0" algn="l" defTabSz="412750" rtl="0" ea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kumimoji="0" lang="zh-CN" altLang="en-US" sz="820" b="1" i="0" u="none" strike="noStrike" cap="all" spc="0" normalizeH="0" baseline="0">
                <a:ln>
                  <a:noFill/>
                </a:ln>
                <a:solidFill>
                  <a:srgbClr val="8994A3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charset="-122"/>
                <a:sym typeface="微软雅黑 Light" panose="020B0502040204020203" charset="-122"/>
              </a:rPr>
              <a:t>注：变化为百分点；多选题按有效提及次数计算。年龄和收入为相关区间合并口径。</a:t>
            </a:r>
            <a:endParaRPr kumimoji="0" lang="zh-CN" altLang="en-US" sz="820" b="1" i="0" u="none" strike="noStrike" cap="all" spc="0" normalizeH="0" baseline="0" dirty="0">
              <a:ln>
                <a:noFill/>
              </a:ln>
              <a:solidFill>
                <a:srgbClr val="8994A3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charset="-122"/>
              <a:sym typeface="微软雅黑 Light" panose="020B0502040204020203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38281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A5AF8-37EB-8D71-B943-B7AFA6CA8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B6E9B2F4-1B49-E9C3-9AE7-DFE719142F86}"/>
              </a:ext>
            </a:extLst>
          </p:cNvPr>
          <p:cNvSpPr txBox="1"/>
          <p:nvPr/>
        </p:nvSpPr>
        <p:spPr>
          <a:xfrm>
            <a:off x="802433" y="328267"/>
            <a:ext cx="4422710" cy="45692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25400" tIns="25400" rIns="25400" bIns="25400" numCol="1" spcCol="38100" rtlCol="0" anchor="ctr" forceAA="0">
            <a:spAutoFit/>
          </a:bodyPr>
          <a:lstStyle/>
          <a:p>
            <a:pPr marR="0" algn="l" defTabSz="412750" rtl="0" ea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kumimoji="0" lang="zh-CN" altLang="en-US" sz="2400" b="1" i="0" u="none" strike="noStrike" cap="all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charset="-122"/>
              </a:rPr>
              <a:t>星光</a:t>
            </a:r>
            <a:r>
              <a:rPr kumimoji="0" lang="en-US" altLang="zh-CN" sz="2400" b="1" i="0" u="none" strike="noStrike" cap="all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charset="-122"/>
              </a:rPr>
              <a:t>L</a:t>
            </a:r>
            <a:r>
              <a:rPr kumimoji="0" lang="zh-CN" altLang="en-US" sz="2400" b="1" i="0" u="none" strike="noStrike" cap="all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charset="-122"/>
              </a:rPr>
              <a:t>用户画像分析</a:t>
            </a:r>
            <a:r>
              <a:rPr kumimoji="0" lang="en-US" altLang="zh-CN" sz="2400" b="1" i="0" u="none" strike="noStrike" cap="all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charset="-122"/>
              </a:rPr>
              <a:t>-</a:t>
            </a:r>
            <a:r>
              <a:rPr kumimoji="0" lang="zh-CN" altLang="en-US" sz="2400" b="1" i="0" u="none" strike="noStrike" cap="all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charset="-122"/>
              </a:rPr>
              <a:t>基础特征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E746B91-9C40-2891-440F-C1624C470AB2}"/>
              </a:ext>
            </a:extLst>
          </p:cNvPr>
          <p:cNvSpPr txBox="1"/>
          <p:nvPr/>
        </p:nvSpPr>
        <p:spPr>
          <a:xfrm>
            <a:off x="685494" y="1409090"/>
            <a:ext cx="4982546" cy="110453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5750" indent="-285750"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女性占比提升；</a:t>
            </a:r>
            <a:endParaRPr lang="en-US" altLang="zh-CN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30岁以下年轻用户占比提升；</a:t>
            </a:r>
            <a:endParaRPr lang="en-US" altLang="zh-CN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工商零售与个体经营者占比提升；</a:t>
            </a:r>
            <a:endParaRPr lang="en-US" altLang="zh-CN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中等收入（15-35万）家庭比例明显上升。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28CBC77-5566-18ED-92AA-FB74071A0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0574" y="1129195"/>
            <a:ext cx="4087119" cy="184321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75EB32D-B789-A978-919F-4BC22E559F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9112" y="3137527"/>
            <a:ext cx="4390768" cy="350831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DE48EC66-1A89-B633-19F5-9A6D9EED86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891" y="3191069"/>
            <a:ext cx="3856560" cy="3445383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8961F215-06EF-A894-07B2-1FE2B3CA4C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2552" y="3137527"/>
            <a:ext cx="3992721" cy="3508310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E3FA7A53-21C4-71C7-308D-DD6FBF7CFC41}"/>
              </a:ext>
            </a:extLst>
          </p:cNvPr>
          <p:cNvSpPr/>
          <p:nvPr/>
        </p:nvSpPr>
        <p:spPr>
          <a:xfrm>
            <a:off x="380272" y="3137527"/>
            <a:ext cx="3452280" cy="3521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l" defTabSz="457200"/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3B3AC80-6EC3-8900-3017-D12720DA52D2}"/>
              </a:ext>
            </a:extLst>
          </p:cNvPr>
          <p:cNvSpPr/>
          <p:nvPr/>
        </p:nvSpPr>
        <p:spPr>
          <a:xfrm>
            <a:off x="4089451" y="4360507"/>
            <a:ext cx="2572606" cy="11880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l" defTabSz="457200"/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05DE0E9-0897-1155-00D5-D75A37D2D97F}"/>
              </a:ext>
            </a:extLst>
          </p:cNvPr>
          <p:cNvSpPr/>
          <p:nvPr/>
        </p:nvSpPr>
        <p:spPr>
          <a:xfrm>
            <a:off x="7946012" y="5403213"/>
            <a:ext cx="1602316" cy="7114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l" defTabSz="457200"/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E1F6D67-7753-2B89-8EFB-A4BCA2FC3108}"/>
              </a:ext>
            </a:extLst>
          </p:cNvPr>
          <p:cNvSpPr/>
          <p:nvPr/>
        </p:nvSpPr>
        <p:spPr>
          <a:xfrm>
            <a:off x="7421907" y="1823716"/>
            <a:ext cx="1939807" cy="609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l" defTabSz="457200"/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48B397D-9E69-3DAD-A80D-FB8B940A5216}"/>
              </a:ext>
            </a:extLst>
          </p:cNvPr>
          <p:cNvSpPr txBox="1"/>
          <p:nvPr/>
        </p:nvSpPr>
        <p:spPr>
          <a:xfrm>
            <a:off x="685494" y="1053598"/>
            <a:ext cx="2674775" cy="3217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25400" tIns="25400" rIns="25400" bIns="25400" numCol="1" spcCol="38100" rtlCol="0" anchor="ctr" forceAA="0">
            <a:spAutoFit/>
          </a:bodyPr>
          <a:lstStyle/>
          <a:p>
            <a:pPr marR="0" algn="l" defTabSz="412750" rtl="0" ea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kumimoji="0" lang="en-US" altLang="zh-CN" sz="1600" b="1" i="0" u="none" strike="noStrike" cap="all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charset="-122"/>
              </a:rPr>
              <a:t>716</a:t>
            </a:r>
            <a:r>
              <a:rPr kumimoji="0" lang="zh-CN" altLang="en-US" sz="1600" b="1" i="0" u="none" strike="noStrike" cap="all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charset="-122"/>
              </a:rPr>
              <a:t>前后基础特征的变化</a:t>
            </a:r>
          </a:p>
        </p:txBody>
      </p:sp>
    </p:spTree>
    <p:extLst>
      <p:ext uri="{BB962C8B-B14F-4D97-AF65-F5344CB8AC3E}">
        <p14:creationId xmlns:p14="http://schemas.microsoft.com/office/powerpoint/2010/main" val="516265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6B20C-1FE4-91DA-5D0D-8EACCDBC7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1B8C8547-378D-03B8-1544-CCE0BB403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6054" y="3192975"/>
            <a:ext cx="3876125" cy="346286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172E70CC-D27F-E47E-524F-6CF9E46EFE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2618" y="3192975"/>
            <a:ext cx="4473437" cy="357984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EC845F9-B04D-BF6C-C8BF-99F762118B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278155"/>
            <a:ext cx="4012574" cy="357984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73E3C70C-B963-FB1B-534C-566F6BEFF543}"/>
              </a:ext>
            </a:extLst>
          </p:cNvPr>
          <p:cNvSpPr txBox="1"/>
          <p:nvPr/>
        </p:nvSpPr>
        <p:spPr>
          <a:xfrm>
            <a:off x="802432" y="328267"/>
            <a:ext cx="4472473" cy="45692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25400" tIns="25400" rIns="25400" bIns="25400" numCol="1" spcCol="38100" rtlCol="0" anchor="ctr" forceAA="0">
            <a:spAutoFit/>
          </a:bodyPr>
          <a:lstStyle/>
          <a:p>
            <a:pPr marR="0" algn="l" defTabSz="412750" rtl="0" ea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kumimoji="0" lang="zh-CN" altLang="en-US" sz="2400" b="1" i="0" u="none" strike="noStrike" cap="all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charset="-122"/>
              </a:rPr>
              <a:t>星光</a:t>
            </a:r>
            <a:r>
              <a:rPr kumimoji="0" lang="en-US" altLang="zh-CN" sz="2400" b="1" i="0" u="none" strike="noStrike" cap="all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charset="-122"/>
              </a:rPr>
              <a:t>L</a:t>
            </a:r>
            <a:r>
              <a:rPr kumimoji="0" lang="zh-CN" altLang="en-US" sz="2400" b="1" i="0" u="none" strike="noStrike" cap="all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charset="-122"/>
              </a:rPr>
              <a:t>用户画像分析</a:t>
            </a:r>
            <a:r>
              <a:rPr kumimoji="0" lang="en-US" altLang="zh-CN" sz="2400" b="1" i="0" u="none" strike="noStrike" cap="all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charset="-122"/>
              </a:rPr>
              <a:t>-</a:t>
            </a:r>
            <a:r>
              <a:rPr kumimoji="0" lang="zh-CN" altLang="en-US" sz="2400" b="1" i="0" u="none" strike="noStrike" cap="all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charset="-122"/>
              </a:rPr>
              <a:t>决策关注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B8FE7AF-A7FC-1BD0-BC3F-07A21510EFCE}"/>
              </a:ext>
            </a:extLst>
          </p:cNvPr>
          <p:cNvSpPr/>
          <p:nvPr/>
        </p:nvSpPr>
        <p:spPr>
          <a:xfrm>
            <a:off x="118188" y="3545633"/>
            <a:ext cx="2634129" cy="5057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l" defTabSz="457200"/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BAD3F42-781F-DBC7-3E8F-71ADDEC1358F}"/>
              </a:ext>
            </a:extLst>
          </p:cNvPr>
          <p:cNvSpPr txBox="1"/>
          <p:nvPr/>
        </p:nvSpPr>
        <p:spPr>
          <a:xfrm>
            <a:off x="653142" y="1072285"/>
            <a:ext cx="5828523" cy="88293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信息获取和决策路径发生变化</a:t>
            </a:r>
            <a:endParaRPr lang="en-US" altLang="zh-CN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小红书和传统广告占比进一步提升，汽车垂媒、车展活动逐步下降</a:t>
            </a:r>
            <a:endParaRPr lang="en-US" altLang="zh-CN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车主口碑占比显著提升，官方内容占比下降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871C4BD-88F2-3B96-E3FB-FAA38BA71B37}"/>
              </a:ext>
            </a:extLst>
          </p:cNvPr>
          <p:cNvSpPr/>
          <p:nvPr/>
        </p:nvSpPr>
        <p:spPr>
          <a:xfrm>
            <a:off x="4037045" y="3862873"/>
            <a:ext cx="3091544" cy="3732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l" defTabSz="457200"/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532A9DC-55CA-53C1-8B42-157D70CC592C}"/>
              </a:ext>
            </a:extLst>
          </p:cNvPr>
          <p:cNvSpPr txBox="1"/>
          <p:nvPr/>
        </p:nvSpPr>
        <p:spPr>
          <a:xfrm>
            <a:off x="653142" y="1990895"/>
            <a:ext cx="6096000" cy="88293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决策关注点变化</a:t>
            </a:r>
            <a:endParaRPr lang="en-US" altLang="zh-CN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用户对品牌档次、产品口碑、产品品质、产品的售后服务关注度提升，对置换补贴等价格相关刺激的敏感度下降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2D6FE17-FC12-8797-14E8-A092F46307B8}"/>
              </a:ext>
            </a:extLst>
          </p:cNvPr>
          <p:cNvSpPr/>
          <p:nvPr/>
        </p:nvSpPr>
        <p:spPr>
          <a:xfrm>
            <a:off x="9573207" y="4236098"/>
            <a:ext cx="2108720" cy="2550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l" defTabSz="457200"/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518F831-993B-1437-4B07-113549A9B1CF}"/>
              </a:ext>
            </a:extLst>
          </p:cNvPr>
          <p:cNvSpPr/>
          <p:nvPr/>
        </p:nvSpPr>
        <p:spPr>
          <a:xfrm>
            <a:off x="8507341" y="4708849"/>
            <a:ext cx="3174586" cy="5007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l" defTabSz="457200"/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F69F815-E1C6-7AA4-D9C9-EF122F22DA4F}"/>
              </a:ext>
            </a:extLst>
          </p:cNvPr>
          <p:cNvSpPr/>
          <p:nvPr/>
        </p:nvSpPr>
        <p:spPr>
          <a:xfrm>
            <a:off x="590939" y="4562319"/>
            <a:ext cx="1928326" cy="8120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l" defTabSz="457200"/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82363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A693B-1726-91B9-A051-D926531D8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9A8929E-596D-FEAE-082A-DEDFE863C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06" y="3187091"/>
            <a:ext cx="5693350" cy="364904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737A26E-7C3B-3AB1-0D24-9B91D97B58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2320" y="3166966"/>
            <a:ext cx="3772154" cy="369103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2393681-FDDD-8369-7109-9FC608DC7BDF}"/>
              </a:ext>
            </a:extLst>
          </p:cNvPr>
          <p:cNvSpPr txBox="1"/>
          <p:nvPr/>
        </p:nvSpPr>
        <p:spPr>
          <a:xfrm>
            <a:off x="802432" y="328267"/>
            <a:ext cx="4472473" cy="45692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25400" tIns="25400" rIns="25400" bIns="25400" numCol="1" spcCol="38100" rtlCol="0" anchor="ctr" forceAA="0">
            <a:spAutoFit/>
          </a:bodyPr>
          <a:lstStyle/>
          <a:p>
            <a:pPr marR="0" algn="l" defTabSz="412750" rtl="0" ea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kumimoji="0" lang="zh-CN" altLang="en-US" sz="2400" b="1" i="0" u="none" strike="noStrike" cap="all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charset="-122"/>
              </a:rPr>
              <a:t>星光</a:t>
            </a:r>
            <a:r>
              <a:rPr kumimoji="0" lang="en-US" altLang="zh-CN" sz="2400" b="1" i="0" u="none" strike="noStrike" cap="all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charset="-122"/>
              </a:rPr>
              <a:t>L</a:t>
            </a:r>
            <a:r>
              <a:rPr kumimoji="0" lang="zh-CN" altLang="en-US" sz="2400" b="1" i="0" u="none" strike="noStrike" cap="all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charset="-122"/>
              </a:rPr>
              <a:t>用户画像分析</a:t>
            </a:r>
            <a:r>
              <a:rPr kumimoji="0" lang="en-US" altLang="zh-CN" sz="2400" b="1" i="0" u="none" strike="noStrike" cap="all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charset="-122"/>
              </a:rPr>
              <a:t>-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车型对比</a:t>
            </a:r>
            <a:endParaRPr kumimoji="0" lang="zh-CN" altLang="en-US" sz="2400" b="1" i="0" u="none" strike="noStrike" cap="all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 Light" panose="020B0502040204020203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DE4F6C3-879E-EA70-31A2-15DBAACD3943}"/>
              </a:ext>
            </a:extLst>
          </p:cNvPr>
          <p:cNvSpPr txBox="1"/>
          <p:nvPr/>
        </p:nvSpPr>
        <p:spPr>
          <a:xfrm>
            <a:off x="653142" y="1072285"/>
            <a:ext cx="6008915" cy="62440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对比车型变化</a:t>
            </a:r>
            <a:endParaRPr lang="en-US" altLang="zh-CN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竞品对比重心从同门车型（华境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S/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星光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730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）转向零跑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C16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，启源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Q07</a:t>
            </a:r>
            <a:endParaRPr lang="zh-CN" alt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F932AB1-7722-2800-CCAB-BFDD99004B94}"/>
              </a:ext>
            </a:extLst>
          </p:cNvPr>
          <p:cNvSpPr txBox="1"/>
          <p:nvPr/>
        </p:nvSpPr>
        <p:spPr>
          <a:xfrm>
            <a:off x="653142" y="1784237"/>
            <a:ext cx="6096000" cy="62440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置换来源变化</a:t>
            </a:r>
            <a:endParaRPr lang="en-US" altLang="zh-CN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合资燃油车的产品置换的占比明显提升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D1751C6-C408-8EF4-13A9-5D0C0550F88E}"/>
              </a:ext>
            </a:extLst>
          </p:cNvPr>
          <p:cNvSpPr/>
          <p:nvPr/>
        </p:nvSpPr>
        <p:spPr>
          <a:xfrm>
            <a:off x="93306" y="3137418"/>
            <a:ext cx="4808376" cy="5388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l" defTabSz="457200"/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6F24C20-1B65-2D90-2666-843B106B35A5}"/>
              </a:ext>
            </a:extLst>
          </p:cNvPr>
          <p:cNvSpPr/>
          <p:nvPr/>
        </p:nvSpPr>
        <p:spPr>
          <a:xfrm>
            <a:off x="4973217" y="3137417"/>
            <a:ext cx="3536302" cy="5536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l" defTabSz="457200"/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A525C1F-6B44-8B2D-E396-79A230D63C12}"/>
              </a:ext>
            </a:extLst>
          </p:cNvPr>
          <p:cNvSpPr/>
          <p:nvPr/>
        </p:nvSpPr>
        <p:spPr>
          <a:xfrm>
            <a:off x="4973217" y="3691033"/>
            <a:ext cx="3536302" cy="2861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l" defTabSz="457200"/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0D45746-C85E-F246-C607-F3F446755BD4}"/>
              </a:ext>
            </a:extLst>
          </p:cNvPr>
          <p:cNvSpPr/>
          <p:nvPr/>
        </p:nvSpPr>
        <p:spPr>
          <a:xfrm>
            <a:off x="4973217" y="5288423"/>
            <a:ext cx="3536302" cy="2861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l" defTabSz="457200"/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EFDA69B6-E3A5-DC23-DC13-FA890A2C45B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616" r="6443"/>
          <a:stretch>
            <a:fillRect/>
          </a:stretch>
        </p:blipFill>
        <p:spPr>
          <a:xfrm>
            <a:off x="8686461" y="3137417"/>
            <a:ext cx="3505539" cy="3529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625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B378D-7C02-D214-30DF-080772C30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F1AA18CB-6CAE-C03C-92A8-2C81FC35CBEA}"/>
              </a:ext>
            </a:extLst>
          </p:cNvPr>
          <p:cNvSpPr txBox="1"/>
          <p:nvPr/>
        </p:nvSpPr>
        <p:spPr>
          <a:xfrm>
            <a:off x="802432" y="328267"/>
            <a:ext cx="4472473" cy="45692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25400" tIns="25400" rIns="25400" bIns="25400" numCol="1" spcCol="38100" rtlCol="0" anchor="ctr" forceAA="0">
            <a:spAutoFit/>
          </a:bodyPr>
          <a:lstStyle/>
          <a:p>
            <a:pPr marR="0" algn="l" defTabSz="412750" rtl="0" ea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kumimoji="0" lang="zh-CN" altLang="en-US" sz="2400" b="1" i="0" u="none" strike="noStrike" cap="all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charset="-122"/>
              </a:rPr>
              <a:t>华境</a:t>
            </a:r>
            <a:r>
              <a:rPr kumimoji="0" lang="en-US" altLang="zh-CN" sz="2400" b="1" i="0" u="none" strike="noStrike" cap="all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charset="-122"/>
              </a:rPr>
              <a:t>S</a:t>
            </a:r>
            <a:r>
              <a:rPr kumimoji="0" lang="zh-CN" altLang="en-US" sz="2400" b="1" i="0" u="none" strike="noStrike" cap="all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charset="-122"/>
              </a:rPr>
              <a:t>用户画像分析</a:t>
            </a:r>
            <a:r>
              <a:rPr kumimoji="0" lang="en-US" altLang="zh-CN" sz="2400" b="1" i="0" u="none" strike="noStrike" cap="all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charset="-122"/>
              </a:rPr>
              <a:t>-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基础属性</a:t>
            </a:r>
            <a:endParaRPr kumimoji="0" lang="zh-CN" altLang="en-US" sz="2400" b="1" i="0" u="none" strike="noStrike" cap="all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 Light" panose="020B0502040204020203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F02FBBC-BDF0-FA1D-0DA0-94DE4675B2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183" y="1084859"/>
            <a:ext cx="4125118" cy="1991784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484EF79D-AB36-1257-0C98-48C2879222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07" y="3234909"/>
            <a:ext cx="4536366" cy="3624645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D7A3A649-F156-294E-C034-659981DE66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4434" y="3233355"/>
            <a:ext cx="4125119" cy="3624645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9773FB0C-FCF1-3A98-4024-1DEB7C721A9C}"/>
              </a:ext>
            </a:extLst>
          </p:cNvPr>
          <p:cNvSpPr txBox="1"/>
          <p:nvPr/>
        </p:nvSpPr>
        <p:spPr>
          <a:xfrm>
            <a:off x="685493" y="1375353"/>
            <a:ext cx="5124367" cy="110453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285750" indent="-285750"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新一线城市占比显著提升；</a:t>
            </a:r>
            <a:endParaRPr lang="en-US" altLang="zh-CN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岁以下年轻用户占比提升；</a:t>
            </a:r>
            <a:endParaRPr lang="en-US" altLang="zh-CN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工商零售与个体经营者占比提升、制造业从业者占比下降；</a:t>
            </a:r>
            <a:endParaRPr lang="en-US" altLang="zh-CN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低等收入（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20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万以下）家庭占比上升。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7B067DEC-AB02-E000-5A30-537194BBE9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7642" y="3231801"/>
            <a:ext cx="3994357" cy="3563592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F6E89648-ABE5-463D-EEAB-AEDB4D0BC912}"/>
              </a:ext>
            </a:extLst>
          </p:cNvPr>
          <p:cNvSpPr txBox="1"/>
          <p:nvPr/>
        </p:nvSpPr>
        <p:spPr>
          <a:xfrm>
            <a:off x="685494" y="1053598"/>
            <a:ext cx="2674775" cy="3217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25400" tIns="25400" rIns="25400" bIns="25400" numCol="1" spcCol="38100" rtlCol="0" anchor="ctr" forceAA="0">
            <a:spAutoFit/>
          </a:bodyPr>
          <a:lstStyle/>
          <a:p>
            <a:pPr marR="0" algn="l" defTabSz="412750" rtl="0" ea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kumimoji="0" lang="en-US" altLang="zh-CN" sz="1600" b="1" i="0" u="none" strike="noStrike" cap="all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charset="-122"/>
              </a:rPr>
              <a:t>6</a:t>
            </a:r>
            <a:r>
              <a:rPr kumimoji="0" lang="zh-CN" altLang="en-US" sz="1600" b="1" i="0" u="none" strike="noStrike" cap="all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charset="-122"/>
              </a:rPr>
              <a:t>、</a:t>
            </a:r>
            <a:r>
              <a:rPr kumimoji="0" lang="en-US" altLang="zh-CN" sz="1600" b="1" i="0" u="none" strike="noStrike" cap="all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charset="-122"/>
              </a:rPr>
              <a:t>7</a:t>
            </a:r>
            <a:r>
              <a:rPr kumimoji="0" lang="zh-CN" altLang="en-US" sz="1600" b="1" i="0" u="none" strike="noStrike" cap="all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charset="-122"/>
              </a:rPr>
              <a:t>月前后基础特征的变化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D3477B7-CFAF-A3DF-C675-93361F2C6622}"/>
              </a:ext>
            </a:extLst>
          </p:cNvPr>
          <p:cNvSpPr/>
          <p:nvPr/>
        </p:nvSpPr>
        <p:spPr>
          <a:xfrm>
            <a:off x="205273" y="5225991"/>
            <a:ext cx="3495869" cy="10815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l" defTabSz="457200"/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52177FF-4AA1-AC7A-2B9C-42B9E68EC058}"/>
              </a:ext>
            </a:extLst>
          </p:cNvPr>
          <p:cNvSpPr/>
          <p:nvPr/>
        </p:nvSpPr>
        <p:spPr>
          <a:xfrm>
            <a:off x="4440127" y="5369061"/>
            <a:ext cx="3757515" cy="10815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l" defTabSz="457200"/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F0242CF-CAFC-6CEF-A79C-C4DA46379DD2}"/>
              </a:ext>
            </a:extLst>
          </p:cNvPr>
          <p:cNvSpPr/>
          <p:nvPr/>
        </p:nvSpPr>
        <p:spPr>
          <a:xfrm>
            <a:off x="8316062" y="3496719"/>
            <a:ext cx="3583579" cy="5278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l" defTabSz="457200"/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5210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C7918-86E8-0545-7B9A-930E51D28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CCD378D-343B-121C-378F-787F68235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77307"/>
            <a:ext cx="4439172" cy="355242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2E362CF-84AA-667A-1007-E1EB865F1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383" y="2966003"/>
            <a:ext cx="3994510" cy="356373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4D49C73-5DD3-FB6F-5CE8-5CF1FB01AA4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08" r="6999"/>
          <a:stretch>
            <a:fillRect/>
          </a:stretch>
        </p:blipFill>
        <p:spPr>
          <a:xfrm>
            <a:off x="7892397" y="2925213"/>
            <a:ext cx="4299603" cy="3419949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D2F8658-9322-DB97-BE73-EEA9C6C3124B}"/>
              </a:ext>
            </a:extLst>
          </p:cNvPr>
          <p:cNvSpPr txBox="1"/>
          <p:nvPr/>
        </p:nvSpPr>
        <p:spPr>
          <a:xfrm>
            <a:off x="802432" y="328267"/>
            <a:ext cx="4472473" cy="45692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25400" tIns="25400" rIns="25400" bIns="25400" numCol="1" spcCol="38100" rtlCol="0" anchor="ctr" forceAA="0">
            <a:spAutoFit/>
          </a:bodyPr>
          <a:lstStyle/>
          <a:p>
            <a:pPr marR="0" algn="l" defTabSz="412750" rtl="0" ea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kumimoji="0" lang="zh-CN" altLang="en-US" sz="2400" b="1" i="0" u="none" strike="noStrike" cap="all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charset="-122"/>
              </a:rPr>
              <a:t>华境</a:t>
            </a:r>
            <a:r>
              <a:rPr kumimoji="0" lang="en-US" altLang="zh-CN" sz="2400" b="1" i="0" u="none" strike="noStrike" cap="all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charset="-122"/>
              </a:rPr>
              <a:t>S</a:t>
            </a:r>
            <a:r>
              <a:rPr kumimoji="0" lang="zh-CN" altLang="en-US" sz="2400" b="1" i="0" u="none" strike="noStrike" cap="all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charset="-122"/>
              </a:rPr>
              <a:t>用户画像分析</a:t>
            </a:r>
            <a:r>
              <a:rPr kumimoji="0" lang="en-US" altLang="zh-CN" sz="2400" b="1" i="0" u="none" strike="noStrike" cap="all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charset="-122"/>
              </a:rPr>
              <a:t>-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决策关注</a:t>
            </a:r>
            <a:endParaRPr kumimoji="0" lang="zh-CN" altLang="en-US" sz="2400" b="1" i="0" u="none" strike="noStrike" cap="all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 Light" panose="020B0502040204020203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6A4AC65-89EF-5E8A-B528-60D943A1F181}"/>
              </a:ext>
            </a:extLst>
          </p:cNvPr>
          <p:cNvSpPr/>
          <p:nvPr/>
        </p:nvSpPr>
        <p:spPr>
          <a:xfrm>
            <a:off x="228667" y="2967648"/>
            <a:ext cx="3981839" cy="3861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l" defTabSz="457200"/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BC9A968-DC10-A0E3-65DB-27FF6BA94E93}"/>
              </a:ext>
            </a:extLst>
          </p:cNvPr>
          <p:cNvSpPr/>
          <p:nvPr/>
        </p:nvSpPr>
        <p:spPr>
          <a:xfrm>
            <a:off x="4763752" y="2925213"/>
            <a:ext cx="3128645" cy="5495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l" defTabSz="457200"/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71990AE-207A-A014-B9BF-839D1F28CC25}"/>
              </a:ext>
            </a:extLst>
          </p:cNvPr>
          <p:cNvSpPr txBox="1"/>
          <p:nvPr/>
        </p:nvSpPr>
        <p:spPr>
          <a:xfrm>
            <a:off x="653142" y="1072285"/>
            <a:ext cx="5156719" cy="1141466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信息获取和决策路径发生变化</a:t>
            </a:r>
            <a:endParaRPr lang="en-US" altLang="zh-CN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抖音占比进一步提升，汽车垂媒逐步下降</a:t>
            </a:r>
            <a:endParaRPr lang="en-US" altLang="zh-CN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车主口碑和排行榜占比显著提升，官方广告占比显著下降</a:t>
            </a:r>
            <a:endParaRPr lang="en-US" altLang="zh-CN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用户推荐的亮点中用户口碑占比提升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0139022-4963-5F7A-6C98-010B17094115}"/>
              </a:ext>
            </a:extLst>
          </p:cNvPr>
          <p:cNvSpPr/>
          <p:nvPr/>
        </p:nvSpPr>
        <p:spPr>
          <a:xfrm>
            <a:off x="224352" y="3975353"/>
            <a:ext cx="3711679" cy="6598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l" defTabSz="457200"/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BF755A2-0562-BD41-0B2F-6BB78351BFF5}"/>
              </a:ext>
            </a:extLst>
          </p:cNvPr>
          <p:cNvSpPr/>
          <p:nvPr/>
        </p:nvSpPr>
        <p:spPr>
          <a:xfrm>
            <a:off x="7892397" y="3353786"/>
            <a:ext cx="3512203" cy="3228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l" defTabSz="457200"/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65455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05894-F19D-2C01-6B07-C471E9EF3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4B6ABAF6-C0EA-F2B6-1084-A2C366E8F5B4}"/>
              </a:ext>
            </a:extLst>
          </p:cNvPr>
          <p:cNvSpPr txBox="1"/>
          <p:nvPr/>
        </p:nvSpPr>
        <p:spPr>
          <a:xfrm>
            <a:off x="802432" y="328267"/>
            <a:ext cx="4472473" cy="45692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25400" tIns="25400" rIns="25400" bIns="25400" numCol="1" spcCol="38100" rtlCol="0" anchor="ctr" forceAA="0">
            <a:spAutoFit/>
          </a:bodyPr>
          <a:lstStyle/>
          <a:p>
            <a:pPr marR="0" algn="l" defTabSz="412750" rtl="0" ea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kumimoji="0" lang="zh-CN" altLang="en-US" sz="2400" b="1" i="0" u="none" strike="noStrike" cap="all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charset="-122"/>
              </a:rPr>
              <a:t>华境</a:t>
            </a:r>
            <a:r>
              <a:rPr kumimoji="0" lang="en-US" altLang="zh-CN" sz="2400" b="1" i="0" u="none" strike="noStrike" cap="all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charset="-122"/>
              </a:rPr>
              <a:t>S</a:t>
            </a:r>
            <a:r>
              <a:rPr kumimoji="0" lang="zh-CN" altLang="en-US" sz="2400" b="1" i="0" u="none" strike="noStrike" cap="all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charset="-122"/>
              </a:rPr>
              <a:t>用户画像分析</a:t>
            </a:r>
            <a:r>
              <a:rPr kumimoji="0" lang="en-US" altLang="zh-CN" sz="2400" b="1" i="0" u="none" strike="noStrike" cap="all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charset="-122"/>
              </a:rPr>
              <a:t>-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车型对比</a:t>
            </a:r>
            <a:endParaRPr kumimoji="0" lang="zh-CN" altLang="en-US" sz="2400" b="1" i="0" u="none" strike="noStrike" cap="all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 Light" panose="020B0502040204020203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5025FAF-7E4E-34BE-0B32-E60F603560CD}"/>
              </a:ext>
            </a:extLst>
          </p:cNvPr>
          <p:cNvSpPr txBox="1"/>
          <p:nvPr/>
        </p:nvSpPr>
        <p:spPr>
          <a:xfrm>
            <a:off x="653142" y="1072285"/>
            <a:ext cx="6008915" cy="62440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对比车型变化</a:t>
            </a:r>
            <a:endParaRPr lang="en-US" altLang="zh-CN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竞品对比的总体变化不大，零跑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C16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增程版（价格相似）的占比上升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991D8CB-4422-F459-2EB9-338E7E005684}"/>
              </a:ext>
            </a:extLst>
          </p:cNvPr>
          <p:cNvSpPr txBox="1"/>
          <p:nvPr/>
        </p:nvSpPr>
        <p:spPr>
          <a:xfrm>
            <a:off x="653142" y="1802434"/>
            <a:ext cx="6096000" cy="624402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置换来源变化</a:t>
            </a:r>
            <a:endParaRPr lang="en-US" altLang="zh-CN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spcBef>
                <a:spcPts val="0"/>
              </a:spcBef>
              <a:buFont typeface="Wingdings" panose="05000000000000000000" pitchFamily="2" charset="2"/>
              <a:buChar char="p"/>
            </a:pPr>
            <a:r>
              <a:rPr lang="zh-CN" alt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合资主流的产品置换的占比明显提升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74DB444-FA1B-C792-BFAC-92BAC0B2A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85" y="3429000"/>
            <a:ext cx="4548042" cy="25527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0AF09B0-76F6-C87B-B933-F0491EA4B9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1477" y="3429000"/>
            <a:ext cx="3609922" cy="322061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F35C9EC-BC29-D2A3-2520-F1E3C0BA47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1051" y="3428999"/>
            <a:ext cx="3722844" cy="3321361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37759EA9-8CB7-ADDB-27E5-AF4EF2A99EB3}"/>
              </a:ext>
            </a:extLst>
          </p:cNvPr>
          <p:cNvSpPr/>
          <p:nvPr/>
        </p:nvSpPr>
        <p:spPr>
          <a:xfrm>
            <a:off x="8516513" y="4876800"/>
            <a:ext cx="2722987" cy="2285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l" defTabSz="457200"/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BE784E8-F054-2AB2-3C57-27EC042B3975}"/>
              </a:ext>
            </a:extLst>
          </p:cNvPr>
          <p:cNvSpPr/>
          <p:nvPr/>
        </p:nvSpPr>
        <p:spPr>
          <a:xfrm>
            <a:off x="315681" y="3435348"/>
            <a:ext cx="4078519" cy="3810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l" defTabSz="457200"/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46065501"/>
      </p:ext>
    </p:extLst>
  </p:cSld>
  <p:clrMapOvr>
    <a:masterClrMapping/>
  </p:clrMapOvr>
</p:sld>
</file>

<file path=ppt/theme/theme1.xml><?xml version="1.0" encoding="utf-8"?>
<a:theme xmlns:a="http://schemas.openxmlformats.org/drawingml/2006/main" name="21_BasicWhite">
  <a:themeElements>
    <a:clrScheme name="SGMW">
      <a:dk1>
        <a:srgbClr val="000F15"/>
      </a:dk1>
      <a:lt1>
        <a:srgbClr val="5C666F"/>
      </a:lt1>
      <a:dk2>
        <a:srgbClr val="BDC2C6"/>
      </a:dk2>
      <a:lt2>
        <a:srgbClr val="F1F4F7"/>
      </a:lt2>
      <a:accent1>
        <a:srgbClr val="005CE7"/>
      </a:accent1>
      <a:accent2>
        <a:srgbClr val="172F5F"/>
      </a:accent2>
      <a:accent3>
        <a:srgbClr val="7EC0FF"/>
      </a:accent3>
      <a:accent4>
        <a:srgbClr val="C11656"/>
      </a:accent4>
      <a:accent5>
        <a:srgbClr val="E25C4E"/>
      </a:accent5>
      <a:accent6>
        <a:srgbClr val="79868E"/>
      </a:accent6>
      <a:hlink>
        <a:srgbClr val="6FB4FF"/>
      </a:hlink>
      <a:folHlink>
        <a:srgbClr val="E25C4E"/>
      </a:folHlink>
    </a:clrScheme>
    <a:fontScheme name="21_BasicWhite">
      <a:majorFont>
        <a:latin typeface="Microsoft YaHei"/>
        <a:ea typeface="Microsoft YaHei"/>
        <a:cs typeface="Microsoft YaHei"/>
      </a:majorFont>
      <a:minorFont>
        <a:latin typeface="Arial"/>
        <a:ea typeface="Arial"/>
        <a:cs typeface="Arial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4472C4"/>
        </a:solidFill>
      </a:spPr>
      <a:bodyPr wrap="square">
        <a:spAutoFit/>
      </a:bodyPr>
      <a:lstStyle>
        <a:defPPr algn="l" defTabSz="457200">
          <a:defRPr kumimoji="0" sz="1400" b="1" i="0" u="none" strike="noStrike" kern="1200" cap="none" spc="0" normalizeH="0" baseline="0" noProof="0" dirty="0">
            <a:ln>
              <a:noFill/>
            </a:ln>
            <a:solidFill>
              <a:sysClr val="window" lastClr="FFFFFF"/>
            </a:solidFill>
            <a:effectLst/>
            <a:uLnTx/>
            <a:uFillTx/>
            <a:latin typeface="微软雅黑" panose="020B0503020204020204" charset="-122"/>
            <a:ea typeface="微软雅黑" panose="020B0503020204020204" charset="-122"/>
            <a:cs typeface="微软雅黑" panose="020B0503020204020204" charset="-122"/>
          </a:defRPr>
        </a:defPPr>
      </a:lst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vertOverflow="overflow" horzOverflow="overflow" vert="horz" wrap="square" lIns="25400" tIns="25400" rIns="25400" bIns="25400" numCol="1" spcCol="38100" rtlCol="0" anchor="ctr" forceAA="0">
        <a:spAutoFit/>
      </a:bodyPr>
      <a:lstStyle>
        <a:defPPr marL="171450" marR="0" indent="-171450" algn="l" defTabSz="412750" rtl="0" eaLnBrk="1">
          <a:lnSpc>
            <a:spcPct val="120000"/>
          </a:lnSpc>
          <a:spcBef>
            <a:spcPts val="0"/>
          </a:spcBef>
          <a:spcAft>
            <a:spcPts val="0"/>
          </a:spcAft>
          <a:buClrTx/>
          <a:buSzTx/>
          <a:buFont typeface="Wingdings" panose="05000000000000000000" charset="0"/>
          <a:buChar char="p"/>
          <a:defRPr kumimoji="0" sz="1400" b="1" i="0" u="none" strike="noStrike" cap="all" spc="0" normalizeH="0" baseline="0" dirty="0">
            <a:ln>
              <a:noFill/>
            </a:ln>
            <a:solidFill>
              <a:schemeClr val="accent1"/>
            </a:solidFill>
            <a:effectLst/>
            <a:uFillTx/>
            <a:latin typeface="微软雅黑" panose="020B0503020204020204" charset="-122"/>
            <a:ea typeface="微软雅黑" panose="020B0503020204020204" charset="-122"/>
            <a:cs typeface="微软雅黑" panose="020B0503020204020204" charset="-122"/>
            <a:sym typeface="微软雅黑 Light" panose="020B0502040204020203" charset="-122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演示文稿1" id="{AC11CA91-3521-4A8C-A37D-C05CFCDA0657}" vid="{0D5D4FE6-E352-4D07-AC74-857B1EDA808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SGMW营销模板</Template>
  <TotalTime>311</TotalTime>
  <Words>1034</Words>
  <Application>Microsoft Office PowerPoint</Application>
  <PresentationFormat>宽屏</PresentationFormat>
  <Paragraphs>166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Microsoft YaHei</vt:lpstr>
      <vt:lpstr>Microsoft YaHei</vt:lpstr>
      <vt:lpstr>微软雅黑 Light</vt:lpstr>
      <vt:lpstr>Arial</vt:lpstr>
      <vt:lpstr>Wingdings</vt:lpstr>
      <vt:lpstr>21_BasicWhite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赵琳瑛</dc:creator>
  <cp:lastModifiedBy>琳瑛 赵</cp:lastModifiedBy>
  <cp:revision>12</cp:revision>
  <dcterms:created xsi:type="dcterms:W3CDTF">2023-08-09T12:44:00Z</dcterms:created>
  <dcterms:modified xsi:type="dcterms:W3CDTF">2026-08-05T14:55:25Z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